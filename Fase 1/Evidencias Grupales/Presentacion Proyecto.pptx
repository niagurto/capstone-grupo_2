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oppi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26">
          <p15:clr>
            <a:srgbClr val="9AA0A6"/>
          </p15:clr>
        </p15:guide>
        <p15:guide id="2" orient="horz" pos="72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26" orient="horz"/>
        <p:guide pos="7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3a5291cde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3a5291cde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46b887401b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46b887401b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887e7f17f3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887e7f17f3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46b887401b_0_1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46b887401b_0_1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3a5291cde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3a5291cde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77eee539f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77eee539f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Mencionamos las tareas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887e7f17f3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887e7f17f3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Sprint 1: </a:t>
            </a:r>
            <a:r>
              <a:rPr lang="en" sz="1200">
                <a:solidFill>
                  <a:schemeClr val="dk1"/>
                </a:solidFill>
              </a:rPr>
              <a:t>Infraestructura y Autenticación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Sprint 2: </a:t>
            </a:r>
            <a:r>
              <a:rPr lang="en" sz="1200">
                <a:solidFill>
                  <a:schemeClr val="dk1"/>
                </a:solidFill>
              </a:rPr>
              <a:t>Agenda y Programación de Ingresos.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Sprint 3: </a:t>
            </a:r>
            <a:r>
              <a:rPr lang="en" sz="1200">
                <a:solidFill>
                  <a:schemeClr val="dk1"/>
                </a:solidFill>
              </a:rPr>
              <a:t>Gestión de Estados y Pausas.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Sprint 4: </a:t>
            </a:r>
            <a:r>
              <a:rPr lang="en" sz="1200">
                <a:solidFill>
                  <a:schemeClr val="dk1"/>
                </a:solidFill>
              </a:rPr>
              <a:t>Subida y Gestión de Evidencias (fotos/documentos).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Sprint 5: Notificaciones y Reportes Automáticos.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00">
                <a:solidFill>
                  <a:schemeClr val="dk1"/>
                </a:solidFill>
              </a:rPr>
              <a:t>Sprint 6: Refinamiento, QA y Despliegue Final.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887e7f17f3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887e7f17f3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3a5291cde1_0_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3a5291cde1_0_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887e7f17f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887e7f17f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46b887401b_0_3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146b887401b_0_3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887e7f17f3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887e7f17f3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1" name="Google Shape;11;p2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4111275" y="669163"/>
            <a:ext cx="3661200" cy="28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20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5200"/>
              <a:buNone/>
              <a:defRPr sz="5200">
                <a:solidFill>
                  <a:schemeClr val="hlink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4111275" y="4062275"/>
            <a:ext cx="3661200" cy="320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2152350" y="2556363"/>
            <a:ext cx="48393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hasCustomPrompt="1" idx="2" type="title"/>
          </p:nvPr>
        </p:nvSpPr>
        <p:spPr>
          <a:xfrm>
            <a:off x="3925875" y="1271038"/>
            <a:ext cx="1268400" cy="1269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2152350" y="3398163"/>
            <a:ext cx="4839300" cy="474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1371604" y="919025"/>
            <a:ext cx="4097100" cy="783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1371600" y="2160525"/>
            <a:ext cx="4097100" cy="24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" name="Google Shape;25;p4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26" name="Google Shape;26;p4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548700" y="548700"/>
            <a:ext cx="38463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subTitle"/>
          </p:nvPr>
        </p:nvSpPr>
        <p:spPr>
          <a:xfrm>
            <a:off x="548700" y="1580175"/>
            <a:ext cx="38847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subTitle"/>
          </p:nvPr>
        </p:nvSpPr>
        <p:spPr>
          <a:xfrm>
            <a:off x="4710600" y="1580175"/>
            <a:ext cx="3884700" cy="29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/>
          <p:nvPr/>
        </p:nvSpPr>
        <p:spPr>
          <a:xfrm>
            <a:off x="548700" y="556225"/>
            <a:ext cx="8046600" cy="176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p6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38" name="Google Shape;38;p6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6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6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6"/>
          <p:cNvSpPr txBox="1"/>
          <p:nvPr>
            <p:ph type="title"/>
          </p:nvPr>
        </p:nvSpPr>
        <p:spPr>
          <a:xfrm>
            <a:off x="3183050" y="1036600"/>
            <a:ext cx="2736600" cy="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7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46" name="Google Shape;46;p7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7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7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7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" name="Google Shape;51;p7"/>
          <p:cNvSpPr/>
          <p:nvPr/>
        </p:nvSpPr>
        <p:spPr>
          <a:xfrm>
            <a:off x="548700" y="556225"/>
            <a:ext cx="8046600" cy="2357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 txBox="1"/>
          <p:nvPr>
            <p:ph type="title"/>
          </p:nvPr>
        </p:nvSpPr>
        <p:spPr>
          <a:xfrm>
            <a:off x="1371600" y="3137925"/>
            <a:ext cx="2466600" cy="652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" type="subTitle"/>
          </p:nvPr>
        </p:nvSpPr>
        <p:spPr>
          <a:xfrm>
            <a:off x="4335075" y="3189500"/>
            <a:ext cx="3437100" cy="13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8"/>
          <p:cNvSpPr txBox="1"/>
          <p:nvPr>
            <p:ph type="title"/>
          </p:nvPr>
        </p:nvSpPr>
        <p:spPr>
          <a:xfrm>
            <a:off x="1367100" y="548700"/>
            <a:ext cx="6409800" cy="1368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57" name="Google Shape;57;p8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58" name="Google Shape;58;p8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/>
          <p:nvPr>
            <p:ph type="title"/>
          </p:nvPr>
        </p:nvSpPr>
        <p:spPr>
          <a:xfrm>
            <a:off x="2298750" y="1319075"/>
            <a:ext cx="4546500" cy="6951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9"/>
          <p:cNvSpPr txBox="1"/>
          <p:nvPr>
            <p:ph idx="1" type="subTitle"/>
          </p:nvPr>
        </p:nvSpPr>
        <p:spPr>
          <a:xfrm>
            <a:off x="2298750" y="2372000"/>
            <a:ext cx="4546500" cy="13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1371600" y="3910025"/>
            <a:ext cx="6400800" cy="693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371600" y="1952850"/>
            <a:ext cx="6400800" cy="79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371600" y="2816250"/>
            <a:ext cx="6400800" cy="374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2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73" name="Google Shape;73;p12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2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2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2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2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MAIN_POINT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13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81" name="Google Shape;81;p13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3"/>
          <p:cNvSpPr txBox="1"/>
          <p:nvPr>
            <p:ph type="title"/>
          </p:nvPr>
        </p:nvSpPr>
        <p:spPr>
          <a:xfrm>
            <a:off x="3442500" y="982125"/>
            <a:ext cx="4329900" cy="2827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MAIN_POINT_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" name="Google Shape;89;p14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90" name="Google Shape;90;p14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4"/>
          <p:cNvSpPr txBox="1"/>
          <p:nvPr>
            <p:ph type="title"/>
          </p:nvPr>
        </p:nvSpPr>
        <p:spPr>
          <a:xfrm>
            <a:off x="890025" y="1406100"/>
            <a:ext cx="3483300" cy="2331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BLANK_1_1_1_2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1371600" y="1095300"/>
            <a:ext cx="3917400" cy="57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98" name="Google Shape;98;p15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99" name="Google Shape;99;p15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" type="subTitle"/>
          </p:nvPr>
        </p:nvSpPr>
        <p:spPr>
          <a:xfrm>
            <a:off x="1362200" y="1403125"/>
            <a:ext cx="43392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type="title"/>
          </p:nvPr>
        </p:nvSpPr>
        <p:spPr>
          <a:xfrm>
            <a:off x="1362200" y="590700"/>
            <a:ext cx="4339200" cy="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2" type="subTitle"/>
          </p:nvPr>
        </p:nvSpPr>
        <p:spPr>
          <a:xfrm>
            <a:off x="1362200" y="2573575"/>
            <a:ext cx="4339200" cy="31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idx="3" type="title"/>
          </p:nvPr>
        </p:nvSpPr>
        <p:spPr>
          <a:xfrm>
            <a:off x="1362200" y="2243823"/>
            <a:ext cx="43392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09" name="Google Shape;109;p16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10" name="Google Shape;110;p16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1">
  <p:cSld name="CUSTOM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548700" y="548700"/>
            <a:ext cx="3846300" cy="1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7" name="Google Shape;117;p17"/>
          <p:cNvSpPr txBox="1"/>
          <p:nvPr>
            <p:ph idx="1" type="subTitle"/>
          </p:nvPr>
        </p:nvSpPr>
        <p:spPr>
          <a:xfrm>
            <a:off x="548700" y="1976050"/>
            <a:ext cx="4256700" cy="23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578853" y="4033948"/>
            <a:ext cx="19863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0" name="Google Shape;120;p18"/>
          <p:cNvSpPr txBox="1"/>
          <p:nvPr>
            <p:ph idx="1" type="subTitle"/>
          </p:nvPr>
        </p:nvSpPr>
        <p:spPr>
          <a:xfrm>
            <a:off x="3578853" y="3057475"/>
            <a:ext cx="1986300" cy="97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2" type="title"/>
          </p:nvPr>
        </p:nvSpPr>
        <p:spPr>
          <a:xfrm>
            <a:off x="1367125" y="4035167"/>
            <a:ext cx="19863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2" name="Google Shape;122;p18"/>
          <p:cNvSpPr txBox="1"/>
          <p:nvPr>
            <p:ph idx="3" type="subTitle"/>
          </p:nvPr>
        </p:nvSpPr>
        <p:spPr>
          <a:xfrm>
            <a:off x="1367118" y="3057475"/>
            <a:ext cx="1986300" cy="97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4" type="title"/>
          </p:nvPr>
        </p:nvSpPr>
        <p:spPr>
          <a:xfrm>
            <a:off x="5790575" y="4034616"/>
            <a:ext cx="1986300" cy="4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4" name="Google Shape;124;p18"/>
          <p:cNvSpPr txBox="1"/>
          <p:nvPr>
            <p:ph idx="5" type="subTitle"/>
          </p:nvPr>
        </p:nvSpPr>
        <p:spPr>
          <a:xfrm>
            <a:off x="5790582" y="3058050"/>
            <a:ext cx="1986300" cy="97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8"/>
          <p:cNvSpPr txBox="1"/>
          <p:nvPr>
            <p:ph idx="6" type="title"/>
          </p:nvPr>
        </p:nvSpPr>
        <p:spPr>
          <a:xfrm>
            <a:off x="2094152" y="828300"/>
            <a:ext cx="4955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6" name="Google Shape;126;p18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27" name="Google Shape;127;p18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19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35" name="Google Shape;135;p19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9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9"/>
          <p:cNvSpPr txBox="1"/>
          <p:nvPr>
            <p:ph type="title"/>
          </p:nvPr>
        </p:nvSpPr>
        <p:spPr>
          <a:xfrm>
            <a:off x="1371598" y="2386525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19"/>
          <p:cNvSpPr txBox="1"/>
          <p:nvPr>
            <p:ph idx="1" type="subTitle"/>
          </p:nvPr>
        </p:nvSpPr>
        <p:spPr>
          <a:xfrm>
            <a:off x="1371600" y="2724350"/>
            <a:ext cx="18606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2" type="title"/>
          </p:nvPr>
        </p:nvSpPr>
        <p:spPr>
          <a:xfrm>
            <a:off x="3641700" y="2386521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3" name="Google Shape;143;p19"/>
          <p:cNvSpPr txBox="1"/>
          <p:nvPr>
            <p:ph idx="3" type="subTitle"/>
          </p:nvPr>
        </p:nvSpPr>
        <p:spPr>
          <a:xfrm>
            <a:off x="3641700" y="2723338"/>
            <a:ext cx="18606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4" name="Google Shape;144;p19"/>
          <p:cNvSpPr txBox="1"/>
          <p:nvPr>
            <p:ph idx="4" type="title"/>
          </p:nvPr>
        </p:nvSpPr>
        <p:spPr>
          <a:xfrm>
            <a:off x="5920776" y="2386525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" name="Google Shape;145;p19"/>
          <p:cNvSpPr txBox="1"/>
          <p:nvPr>
            <p:ph idx="5" type="subTitle"/>
          </p:nvPr>
        </p:nvSpPr>
        <p:spPr>
          <a:xfrm>
            <a:off x="5920775" y="2724329"/>
            <a:ext cx="1860600" cy="7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BLANK_1_1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/>
          <p:nvPr/>
        </p:nvSpPr>
        <p:spPr>
          <a:xfrm>
            <a:off x="548700" y="556225"/>
            <a:ext cx="8046600" cy="1681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" name="Google Shape;148;p20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49" name="Google Shape;149;p20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0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0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0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0"/>
          <p:cNvSpPr txBox="1"/>
          <p:nvPr>
            <p:ph type="title"/>
          </p:nvPr>
        </p:nvSpPr>
        <p:spPr>
          <a:xfrm>
            <a:off x="1367603" y="9700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5" name="Google Shape;155;p20"/>
          <p:cNvSpPr txBox="1"/>
          <p:nvPr>
            <p:ph idx="1" type="subTitle"/>
          </p:nvPr>
        </p:nvSpPr>
        <p:spPr>
          <a:xfrm>
            <a:off x="1367600" y="1217102"/>
            <a:ext cx="19152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2" type="title"/>
          </p:nvPr>
        </p:nvSpPr>
        <p:spPr>
          <a:xfrm>
            <a:off x="3613890" y="9700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7" name="Google Shape;157;p20"/>
          <p:cNvSpPr txBox="1"/>
          <p:nvPr>
            <p:ph idx="3" type="subTitle"/>
          </p:nvPr>
        </p:nvSpPr>
        <p:spPr>
          <a:xfrm>
            <a:off x="3613890" y="1217102"/>
            <a:ext cx="19152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4" type="title"/>
          </p:nvPr>
        </p:nvSpPr>
        <p:spPr>
          <a:xfrm>
            <a:off x="5857199" y="9700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9" name="Google Shape;159;p20"/>
          <p:cNvSpPr txBox="1"/>
          <p:nvPr>
            <p:ph idx="5" type="subTitle"/>
          </p:nvPr>
        </p:nvSpPr>
        <p:spPr>
          <a:xfrm>
            <a:off x="5857199" y="1217051"/>
            <a:ext cx="19152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BLANK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21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63" name="Google Shape;163;p21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1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1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1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" name="Google Shape;168;p21"/>
          <p:cNvSpPr txBox="1"/>
          <p:nvPr>
            <p:ph type="title"/>
          </p:nvPr>
        </p:nvSpPr>
        <p:spPr>
          <a:xfrm>
            <a:off x="1371598" y="1825538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9" name="Google Shape;169;p21"/>
          <p:cNvSpPr txBox="1"/>
          <p:nvPr>
            <p:ph idx="1" type="subTitle"/>
          </p:nvPr>
        </p:nvSpPr>
        <p:spPr>
          <a:xfrm>
            <a:off x="1371600" y="2086624"/>
            <a:ext cx="1860600" cy="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0" name="Google Shape;170;p21"/>
          <p:cNvSpPr txBox="1"/>
          <p:nvPr>
            <p:ph idx="2" type="title"/>
          </p:nvPr>
        </p:nvSpPr>
        <p:spPr>
          <a:xfrm>
            <a:off x="3641700" y="1825546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641700" y="2086624"/>
            <a:ext cx="1860600" cy="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2" name="Google Shape;172;p21"/>
          <p:cNvSpPr txBox="1"/>
          <p:nvPr>
            <p:ph idx="4" type="title"/>
          </p:nvPr>
        </p:nvSpPr>
        <p:spPr>
          <a:xfrm>
            <a:off x="5920776" y="1825538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5920775" y="2086624"/>
            <a:ext cx="1860600" cy="4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4" name="Google Shape;174;p21"/>
          <p:cNvSpPr txBox="1"/>
          <p:nvPr>
            <p:ph idx="6" type="title"/>
          </p:nvPr>
        </p:nvSpPr>
        <p:spPr>
          <a:xfrm>
            <a:off x="1371598" y="3708500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5" name="Google Shape;175;p21"/>
          <p:cNvSpPr txBox="1"/>
          <p:nvPr>
            <p:ph idx="7" type="subTitle"/>
          </p:nvPr>
        </p:nvSpPr>
        <p:spPr>
          <a:xfrm>
            <a:off x="1371600" y="3969438"/>
            <a:ext cx="18606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6" name="Google Shape;176;p21"/>
          <p:cNvSpPr txBox="1"/>
          <p:nvPr>
            <p:ph idx="8" type="title"/>
          </p:nvPr>
        </p:nvSpPr>
        <p:spPr>
          <a:xfrm>
            <a:off x="3641700" y="3708509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7" name="Google Shape;177;p21"/>
          <p:cNvSpPr txBox="1"/>
          <p:nvPr>
            <p:ph idx="9" type="subTitle"/>
          </p:nvPr>
        </p:nvSpPr>
        <p:spPr>
          <a:xfrm>
            <a:off x="3641700" y="3969125"/>
            <a:ext cx="18606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8" name="Google Shape;178;p21"/>
          <p:cNvSpPr txBox="1"/>
          <p:nvPr>
            <p:ph idx="13" type="title"/>
          </p:nvPr>
        </p:nvSpPr>
        <p:spPr>
          <a:xfrm>
            <a:off x="5920776" y="3708500"/>
            <a:ext cx="18606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9" name="Google Shape;179;p21"/>
          <p:cNvSpPr txBox="1"/>
          <p:nvPr>
            <p:ph idx="14" type="subTitle"/>
          </p:nvPr>
        </p:nvSpPr>
        <p:spPr>
          <a:xfrm>
            <a:off x="5920775" y="3969434"/>
            <a:ext cx="1860600" cy="4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2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" name="Google Shape;182;p22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183" name="Google Shape;183;p22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2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2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2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" name="Google Shape;188;p22"/>
          <p:cNvSpPr txBox="1"/>
          <p:nvPr>
            <p:ph type="title"/>
          </p:nvPr>
        </p:nvSpPr>
        <p:spPr>
          <a:xfrm>
            <a:off x="3673187" y="124840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9" name="Google Shape;189;p22"/>
          <p:cNvSpPr txBox="1"/>
          <p:nvPr>
            <p:ph idx="1" type="subTitle"/>
          </p:nvPr>
        </p:nvSpPr>
        <p:spPr>
          <a:xfrm>
            <a:off x="3673187" y="1631026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2"/>
          <p:cNvSpPr txBox="1"/>
          <p:nvPr>
            <p:ph idx="2" type="title"/>
          </p:nvPr>
        </p:nvSpPr>
        <p:spPr>
          <a:xfrm>
            <a:off x="5974781" y="124840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1" name="Google Shape;191;p22"/>
          <p:cNvSpPr txBox="1"/>
          <p:nvPr>
            <p:ph idx="3" type="subTitle"/>
          </p:nvPr>
        </p:nvSpPr>
        <p:spPr>
          <a:xfrm>
            <a:off x="5974780" y="1631026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2"/>
          <p:cNvSpPr txBox="1"/>
          <p:nvPr>
            <p:ph idx="4" type="title"/>
          </p:nvPr>
        </p:nvSpPr>
        <p:spPr>
          <a:xfrm>
            <a:off x="3673190" y="300685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3" name="Google Shape;193;p22"/>
          <p:cNvSpPr txBox="1"/>
          <p:nvPr>
            <p:ph idx="5" type="subTitle"/>
          </p:nvPr>
        </p:nvSpPr>
        <p:spPr>
          <a:xfrm>
            <a:off x="3673188" y="3389393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2"/>
          <p:cNvSpPr txBox="1"/>
          <p:nvPr>
            <p:ph idx="6" type="title"/>
          </p:nvPr>
        </p:nvSpPr>
        <p:spPr>
          <a:xfrm>
            <a:off x="5974777" y="3006861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5" name="Google Shape;195;p22"/>
          <p:cNvSpPr txBox="1"/>
          <p:nvPr>
            <p:ph idx="7" type="subTitle"/>
          </p:nvPr>
        </p:nvSpPr>
        <p:spPr>
          <a:xfrm>
            <a:off x="5974774" y="3389401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2"/>
          <p:cNvSpPr txBox="1"/>
          <p:nvPr>
            <p:ph idx="8" type="title"/>
          </p:nvPr>
        </p:nvSpPr>
        <p:spPr>
          <a:xfrm>
            <a:off x="1371626" y="124840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7" name="Google Shape;197;p22"/>
          <p:cNvSpPr txBox="1"/>
          <p:nvPr>
            <p:ph idx="9" type="subTitle"/>
          </p:nvPr>
        </p:nvSpPr>
        <p:spPr>
          <a:xfrm>
            <a:off x="1371626" y="1631026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2"/>
          <p:cNvSpPr txBox="1"/>
          <p:nvPr>
            <p:ph idx="13" type="title"/>
          </p:nvPr>
        </p:nvSpPr>
        <p:spPr>
          <a:xfrm>
            <a:off x="1371601" y="3006850"/>
            <a:ext cx="1806600" cy="4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9" name="Google Shape;199;p22"/>
          <p:cNvSpPr txBox="1"/>
          <p:nvPr>
            <p:ph idx="14" type="subTitle"/>
          </p:nvPr>
        </p:nvSpPr>
        <p:spPr>
          <a:xfrm>
            <a:off x="1371599" y="3389393"/>
            <a:ext cx="1806600" cy="8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1371600" y="540000"/>
            <a:ext cx="42966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1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23"/>
          <p:cNvSpPr txBox="1"/>
          <p:nvPr>
            <p:ph idx="1" type="subTitle"/>
          </p:nvPr>
        </p:nvSpPr>
        <p:spPr>
          <a:xfrm>
            <a:off x="1371600" y="1841450"/>
            <a:ext cx="27132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3"/>
          <p:cNvSpPr txBox="1"/>
          <p:nvPr/>
        </p:nvSpPr>
        <p:spPr>
          <a:xfrm>
            <a:off x="1371600" y="3611950"/>
            <a:ext cx="4063200" cy="7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2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04" name="Google Shape;204;p23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205" name="Google Shape;205;p23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3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3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3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24"/>
          <p:cNvGrpSpPr/>
          <p:nvPr/>
        </p:nvGrpSpPr>
        <p:grpSpPr>
          <a:xfrm>
            <a:off x="301825" y="4860650"/>
            <a:ext cx="872300" cy="99600"/>
            <a:chOff x="301825" y="4860650"/>
            <a:chExt cx="872300" cy="99600"/>
          </a:xfrm>
        </p:grpSpPr>
        <p:sp>
          <p:nvSpPr>
            <p:cNvPr id="212" name="Google Shape;212;p24"/>
            <p:cNvSpPr/>
            <p:nvPr/>
          </p:nvSpPr>
          <p:spPr>
            <a:xfrm>
              <a:off x="3018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49500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68817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881350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1074525" y="4860650"/>
              <a:ext cx="99600" cy="99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548700" y="556225"/>
            <a:ext cx="8046600" cy="403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b="1" sz="3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46">
          <p15:clr>
            <a:srgbClr val="EA4335"/>
          </p15:clr>
        </p15:guide>
        <p15:guide id="2" orient="horz" pos="346">
          <p15:clr>
            <a:srgbClr val="EA4335"/>
          </p15:clr>
        </p15:guide>
        <p15:guide id="3" pos="5414">
          <p15:clr>
            <a:srgbClr val="EA4335"/>
          </p15:clr>
        </p15:guide>
        <p15:guide id="4" orient="horz" pos="2894">
          <p15:clr>
            <a:srgbClr val="EA4335"/>
          </p15:clr>
        </p15:guide>
        <p15:guide id="5" pos="864">
          <p15:clr>
            <a:srgbClr val="9900FF"/>
          </p15:clr>
        </p15:guide>
        <p15:guide id="6" pos="4896">
          <p15:clr>
            <a:srgbClr val="9900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slide" Target="/ppt/slides/slide6.xml"/><Relationship Id="rId5" Type="http://schemas.openxmlformats.org/officeDocument/2006/relationships/slide" Target="/ppt/slides/slide1.xml"/><Relationship Id="rId6" Type="http://schemas.openxmlformats.org/officeDocument/2006/relationships/slide" Target="/ppt/slides/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6.xml"/><Relationship Id="rId4" Type="http://schemas.openxmlformats.org/officeDocument/2006/relationships/slide" Target="/ppt/slides/slide2.xml"/><Relationship Id="rId5" Type="http://schemas.openxmlformats.org/officeDocument/2006/relationships/slide" Target="/ppt/slides/slide2.xml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6.xml"/><Relationship Id="rId4" Type="http://schemas.openxmlformats.org/officeDocument/2006/relationships/slide" Target="/ppt/slides/slide3.xml"/><Relationship Id="rId5" Type="http://schemas.openxmlformats.org/officeDocument/2006/relationships/slide" Target="/ppt/slides/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slide" Target="/ppt/slides/slide6.xml"/><Relationship Id="rId5" Type="http://schemas.openxmlformats.org/officeDocument/2006/relationships/slide" Target="/ppt/slides/slide4.xml"/><Relationship Id="rId6" Type="http://schemas.openxmlformats.org/officeDocument/2006/relationships/slide" Target="/ppt/slides/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6.xml"/><Relationship Id="rId4" Type="http://schemas.openxmlformats.org/officeDocument/2006/relationships/slide" Target="/ppt/slides/slide5.xml"/><Relationship Id="rId5" Type="http://schemas.openxmlformats.org/officeDocument/2006/relationships/slide" Target="/ppt/slides/slide5.xml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6.xml"/><Relationship Id="rId4" Type="http://schemas.openxmlformats.org/officeDocument/2006/relationships/slide" Target="/ppt/slides/slide6.xml"/><Relationship Id="rId5" Type="http://schemas.openxmlformats.org/officeDocument/2006/relationships/slide" Target="/ppt/slides/slide6.xml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7.xml"/><Relationship Id="rId4" Type="http://schemas.openxmlformats.org/officeDocument/2006/relationships/slide" Target="/ppt/slides/slide7.xml"/><Relationship Id="rId5" Type="http://schemas.openxmlformats.org/officeDocument/2006/relationships/slide" Target="/ppt/slides/slide7.xml"/><Relationship Id="rId6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slide" Target="/ppt/slides/slide8.xml"/><Relationship Id="rId5" Type="http://schemas.openxmlformats.org/officeDocument/2006/relationships/slide" Target="/ppt/slides/slide8.xml"/><Relationship Id="rId6" Type="http://schemas.openxmlformats.org/officeDocument/2006/relationships/slide" Target="/ppt/slides/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9.xml"/><Relationship Id="rId4" Type="http://schemas.openxmlformats.org/officeDocument/2006/relationships/slide" Target="/ppt/slides/slide9.xml"/><Relationship Id="rId5" Type="http://schemas.openxmlformats.org/officeDocument/2006/relationships/slide" Target="/ppt/slides/slide9.xml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6.xml"/><Relationship Id="rId4" Type="http://schemas.openxmlformats.org/officeDocument/2006/relationships/slide" Target="/ppt/slides/slide10.xml"/><Relationship Id="rId5" Type="http://schemas.openxmlformats.org/officeDocument/2006/relationships/slide" Target="/ppt/slides/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6.xml"/><Relationship Id="rId4" Type="http://schemas.openxmlformats.org/officeDocument/2006/relationships/slide" Target="/ppt/slides/slide11.xml"/><Relationship Id="rId9" Type="http://schemas.openxmlformats.org/officeDocument/2006/relationships/image" Target="../media/image15.png"/><Relationship Id="rId5" Type="http://schemas.openxmlformats.org/officeDocument/2006/relationships/slide" Target="/ppt/slides/slide11.xml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11" Type="http://schemas.openxmlformats.org/officeDocument/2006/relationships/image" Target="../media/image10.png"/><Relationship Id="rId10" Type="http://schemas.openxmlformats.org/officeDocument/2006/relationships/image" Target="../media/image5.png"/><Relationship Id="rId13" Type="http://schemas.openxmlformats.org/officeDocument/2006/relationships/image" Target="../media/image7.png"/><Relationship Id="rId12" Type="http://schemas.openxmlformats.org/officeDocument/2006/relationships/image" Target="../media/image9.png"/><Relationship Id="rId1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slide" Target="/ppt/slides/slide12.xml"/><Relationship Id="rId5" Type="http://schemas.openxmlformats.org/officeDocument/2006/relationships/slide" Target="/ppt/slides/slide12.xml"/><Relationship Id="rId6" Type="http://schemas.openxmlformats.org/officeDocument/2006/relationships/slide" Target="/ppt/slides/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slide" Target="/ppt/slides/slide6.xml"/><Relationship Id="rId5" Type="http://schemas.openxmlformats.org/officeDocument/2006/relationships/slide" Target="/ppt/slides/slide13.xml"/><Relationship Id="rId6" Type="http://schemas.openxmlformats.org/officeDocument/2006/relationships/slide" Target="/ppt/slides/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450" y="1500112"/>
            <a:ext cx="3174075" cy="2143276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225" name="Google Shape;225;p27"/>
          <p:cNvSpPr/>
          <p:nvPr/>
        </p:nvSpPr>
        <p:spPr>
          <a:xfrm>
            <a:off x="548700" y="-12650"/>
            <a:ext cx="17604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7"/>
          <p:cNvSpPr/>
          <p:nvPr/>
        </p:nvSpPr>
        <p:spPr>
          <a:xfrm>
            <a:off x="4111275" y="3994775"/>
            <a:ext cx="3661200" cy="455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7"/>
          <p:cNvSpPr txBox="1"/>
          <p:nvPr>
            <p:ph type="ctrTitle"/>
          </p:nvPr>
        </p:nvSpPr>
        <p:spPr>
          <a:xfrm>
            <a:off x="4160625" y="1500100"/>
            <a:ext cx="4434900" cy="21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/>
              <a:t>Digitalización Taller Pepsico</a:t>
            </a:r>
            <a:endParaRPr/>
          </a:p>
        </p:txBody>
      </p:sp>
      <p:sp>
        <p:nvSpPr>
          <p:cNvPr id="228" name="Google Shape;228;p27"/>
          <p:cNvSpPr txBox="1"/>
          <p:nvPr>
            <p:ph idx="1" type="subTitle"/>
          </p:nvPr>
        </p:nvSpPr>
        <p:spPr>
          <a:xfrm>
            <a:off x="4111275" y="4062275"/>
            <a:ext cx="3661200" cy="3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J. Luces, N. Agurto, M. Espinoza.</a:t>
            </a:r>
            <a:endParaRPr/>
          </a:p>
        </p:txBody>
      </p:sp>
      <p:sp>
        <p:nvSpPr>
          <p:cNvPr id="229" name="Google Shape;229;p27"/>
          <p:cNvSpPr/>
          <p:nvPr/>
        </p:nvSpPr>
        <p:spPr>
          <a:xfrm>
            <a:off x="12115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"/>
          <p:cNvSpPr/>
          <p:nvPr/>
        </p:nvSpPr>
        <p:spPr>
          <a:xfrm>
            <a:off x="76123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7"/>
          <p:cNvSpPr/>
          <p:nvPr/>
        </p:nvSpPr>
        <p:spPr>
          <a:xfrm>
            <a:off x="4160625" y="3664433"/>
            <a:ext cx="49833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7"/>
          <p:cNvSpPr/>
          <p:nvPr/>
        </p:nvSpPr>
        <p:spPr>
          <a:xfrm>
            <a:off x="3512050" y="-12650"/>
            <a:ext cx="892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7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234" name="Google Shape;234;p27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235" name="Google Shape;235;p27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236" name="Google Shape;236;p27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237" name="Google Shape;237;p27">
            <a:hlinkClick action="ppaction://hlinksldjump" r:id="rId6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238" name="Google Shape;238;p27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239" name="Google Shape;239;p27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"/>
          <p:cNvSpPr txBox="1"/>
          <p:nvPr>
            <p:ph type="title"/>
          </p:nvPr>
        </p:nvSpPr>
        <p:spPr>
          <a:xfrm>
            <a:off x="587650" y="3189500"/>
            <a:ext cx="3250500" cy="11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Descripción del proyecto</a:t>
            </a:r>
            <a:endParaRPr/>
          </a:p>
        </p:txBody>
      </p:sp>
      <p:sp>
        <p:nvSpPr>
          <p:cNvPr id="245" name="Google Shape;245;p28"/>
          <p:cNvSpPr txBox="1"/>
          <p:nvPr>
            <p:ph idx="1" type="subTitle"/>
          </p:nvPr>
        </p:nvSpPr>
        <p:spPr>
          <a:xfrm>
            <a:off x="4335075" y="3189500"/>
            <a:ext cx="3437100" cy="13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Diseño e </a:t>
            </a:r>
            <a:r>
              <a:rPr lang="en"/>
              <a:t>implementación</a:t>
            </a:r>
            <a:r>
              <a:rPr lang="en"/>
              <a:t> de un sistema digital para gestionar los </a:t>
            </a:r>
            <a:r>
              <a:rPr lang="en"/>
              <a:t>vehículos</a:t>
            </a:r>
            <a:r>
              <a:rPr lang="en"/>
              <a:t> en taller de Pepsi</a:t>
            </a:r>
            <a:endParaRPr/>
          </a:p>
        </p:txBody>
      </p:sp>
      <p:sp>
        <p:nvSpPr>
          <p:cNvPr id="246" name="Google Shape;246;p28"/>
          <p:cNvSpPr/>
          <p:nvPr/>
        </p:nvSpPr>
        <p:spPr>
          <a:xfrm>
            <a:off x="2487425" y="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8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248" name="Google Shape;248;p28"/>
          <p:cNvSpPr/>
          <p:nvPr/>
        </p:nvSpPr>
        <p:spPr>
          <a:xfrm rot="5400000">
            <a:off x="3176588" y="4199850"/>
            <a:ext cx="18201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8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8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252" name="Google Shape;252;p28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253" name="Google Shape;253;p28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254" name="Google Shape;254;p28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255" name="Google Shape;255;p28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256" name="Google Shape;256;p28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257" name="Google Shape;257;p28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8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700" y="561300"/>
            <a:ext cx="8046600" cy="24317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/>
          <p:nvPr>
            <p:ph type="title"/>
          </p:nvPr>
        </p:nvSpPr>
        <p:spPr>
          <a:xfrm>
            <a:off x="25" y="705150"/>
            <a:ext cx="5364000" cy="9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Fundamentación del proyecto.</a:t>
            </a:r>
            <a:endParaRPr sz="2500"/>
          </a:p>
        </p:txBody>
      </p:sp>
      <p:sp>
        <p:nvSpPr>
          <p:cNvPr id="265" name="Google Shape;265;p29"/>
          <p:cNvSpPr txBox="1"/>
          <p:nvPr>
            <p:ph idx="1" type="subTitle"/>
          </p:nvPr>
        </p:nvSpPr>
        <p:spPr>
          <a:xfrm>
            <a:off x="548700" y="1428775"/>
            <a:ext cx="6184500" cy="32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Proyecto: </a:t>
            </a:r>
            <a:r>
              <a:rPr b="1" lang="en" sz="1100"/>
              <a:t>Sistema de Gestión de Taller para PepsiCo</a:t>
            </a:r>
            <a:endParaRPr b="1" sz="1100"/>
          </a:p>
          <a:p>
            <a:pPr indent="-3111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Desarrollo de un software para optimizar y facilitar la gestión de camiones en talleres.</a:t>
            </a:r>
            <a:br>
              <a:rPr lang="en" sz="1100"/>
            </a:br>
            <a:endParaRPr sz="1100"/>
          </a:p>
          <a:p>
            <a:pPr indent="-3111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Beneficios principales: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Conductores</a:t>
            </a:r>
            <a:r>
              <a:rPr lang="en" sz="1100"/>
              <a:t>: ingreso y seguimiento más ágil de sus vehículos.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Talleres</a:t>
            </a:r>
            <a:r>
              <a:rPr lang="en" sz="1100"/>
              <a:t>: gestión eficiente de recepción, asignación y reparaciones.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Gestión de flota</a:t>
            </a:r>
            <a:r>
              <a:rPr lang="en" sz="1100"/>
              <a:t>: información clara y actualizada para decisiones oportunas.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lang="en" sz="1100"/>
              <a:t>Empresa</a:t>
            </a:r>
            <a:r>
              <a:rPr lang="en" sz="1100"/>
              <a:t>: menor inactividad de camiones, mejor continuidad logística.</a:t>
            </a:r>
            <a:br>
              <a:rPr lang="en" sz="1100"/>
            </a:br>
            <a:endParaRPr sz="1100"/>
          </a:p>
          <a:p>
            <a:pPr indent="-3111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100"/>
              <a:t>Impacto: </a:t>
            </a:r>
            <a:r>
              <a:rPr b="1" lang="en" sz="1100"/>
              <a:t>mayor productividad, eficiencia operativa y logística más confiable.</a:t>
            </a:r>
            <a:endParaRPr b="1" sz="1500"/>
          </a:p>
        </p:txBody>
      </p:sp>
      <p:sp>
        <p:nvSpPr>
          <p:cNvPr id="266" name="Google Shape;266;p29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9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9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9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9"/>
          <p:cNvSpPr/>
          <p:nvPr/>
        </p:nvSpPr>
        <p:spPr>
          <a:xfrm>
            <a:off x="0" y="1204125"/>
            <a:ext cx="49227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" name="Google Shape;271;p29"/>
          <p:cNvGrpSpPr/>
          <p:nvPr/>
        </p:nvGrpSpPr>
        <p:grpSpPr>
          <a:xfrm>
            <a:off x="6892209" y="2944140"/>
            <a:ext cx="1478796" cy="1742944"/>
            <a:chOff x="6227102" y="3198687"/>
            <a:chExt cx="1478796" cy="1742944"/>
          </a:xfrm>
        </p:grpSpPr>
        <p:sp>
          <p:nvSpPr>
            <p:cNvPr id="272" name="Google Shape;272;p29"/>
            <p:cNvSpPr/>
            <p:nvPr/>
          </p:nvSpPr>
          <p:spPr>
            <a:xfrm>
              <a:off x="6775471" y="3501892"/>
              <a:ext cx="192367" cy="11595"/>
            </a:xfrm>
            <a:custGeom>
              <a:rect b="b" l="l" r="r" t="t"/>
              <a:pathLst>
                <a:path extrusionOk="0" h="361" w="5989">
                  <a:moveTo>
                    <a:pt x="4062" y="1"/>
                  </a:moveTo>
                  <a:cubicBezTo>
                    <a:pt x="2760" y="1"/>
                    <a:pt x="1464" y="22"/>
                    <a:pt x="153" y="44"/>
                  </a:cubicBezTo>
                  <a:lnTo>
                    <a:pt x="153" y="74"/>
                  </a:lnTo>
                  <a:cubicBezTo>
                    <a:pt x="122" y="105"/>
                    <a:pt x="92" y="166"/>
                    <a:pt x="62" y="226"/>
                  </a:cubicBezTo>
                  <a:cubicBezTo>
                    <a:pt x="62" y="257"/>
                    <a:pt x="31" y="287"/>
                    <a:pt x="1" y="317"/>
                  </a:cubicBezTo>
                  <a:cubicBezTo>
                    <a:pt x="1419" y="339"/>
                    <a:pt x="2838" y="360"/>
                    <a:pt x="4246" y="360"/>
                  </a:cubicBezTo>
                  <a:cubicBezTo>
                    <a:pt x="4829" y="360"/>
                    <a:pt x="5410" y="357"/>
                    <a:pt x="5989" y="348"/>
                  </a:cubicBezTo>
                  <a:cubicBezTo>
                    <a:pt x="5958" y="317"/>
                    <a:pt x="5928" y="287"/>
                    <a:pt x="5898" y="257"/>
                  </a:cubicBezTo>
                  <a:lnTo>
                    <a:pt x="5837" y="196"/>
                  </a:lnTo>
                  <a:cubicBezTo>
                    <a:pt x="5806" y="135"/>
                    <a:pt x="5776" y="105"/>
                    <a:pt x="5715" y="44"/>
                  </a:cubicBezTo>
                  <a:lnTo>
                    <a:pt x="5685" y="44"/>
                  </a:lnTo>
                  <a:cubicBezTo>
                    <a:pt x="5685" y="44"/>
                    <a:pt x="5685" y="14"/>
                    <a:pt x="5685" y="14"/>
                  </a:cubicBezTo>
                  <a:cubicBezTo>
                    <a:pt x="5142" y="5"/>
                    <a:pt x="4601" y="1"/>
                    <a:pt x="40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9"/>
            <p:cNvSpPr/>
            <p:nvPr/>
          </p:nvSpPr>
          <p:spPr>
            <a:xfrm>
              <a:off x="6794036" y="3466754"/>
              <a:ext cx="150386" cy="11178"/>
            </a:xfrm>
            <a:custGeom>
              <a:rect b="b" l="l" r="r" t="t"/>
              <a:pathLst>
                <a:path extrusionOk="0" h="348" w="4682">
                  <a:moveTo>
                    <a:pt x="3172" y="1"/>
                  </a:moveTo>
                  <a:cubicBezTo>
                    <a:pt x="2173" y="1"/>
                    <a:pt x="1163" y="22"/>
                    <a:pt x="152" y="44"/>
                  </a:cubicBezTo>
                  <a:cubicBezTo>
                    <a:pt x="122" y="135"/>
                    <a:pt x="61" y="226"/>
                    <a:pt x="0" y="317"/>
                  </a:cubicBezTo>
                  <a:cubicBezTo>
                    <a:pt x="1551" y="348"/>
                    <a:pt x="3131" y="348"/>
                    <a:pt x="4681" y="348"/>
                  </a:cubicBezTo>
                  <a:cubicBezTo>
                    <a:pt x="4681" y="348"/>
                    <a:pt x="4651" y="317"/>
                    <a:pt x="4651" y="317"/>
                  </a:cubicBezTo>
                  <a:cubicBezTo>
                    <a:pt x="4590" y="226"/>
                    <a:pt x="4499" y="104"/>
                    <a:pt x="4408" y="13"/>
                  </a:cubicBezTo>
                  <a:cubicBezTo>
                    <a:pt x="3998" y="4"/>
                    <a:pt x="3586" y="1"/>
                    <a:pt x="31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9"/>
            <p:cNvSpPr/>
            <p:nvPr/>
          </p:nvSpPr>
          <p:spPr>
            <a:xfrm>
              <a:off x="6836016" y="3431037"/>
              <a:ext cx="75193" cy="10760"/>
            </a:xfrm>
            <a:custGeom>
              <a:rect b="b" l="l" r="r" t="t"/>
              <a:pathLst>
                <a:path extrusionOk="0" h="335" w="2341">
                  <a:moveTo>
                    <a:pt x="699" y="1"/>
                  </a:moveTo>
                  <a:cubicBezTo>
                    <a:pt x="517" y="153"/>
                    <a:pt x="244" y="244"/>
                    <a:pt x="0" y="305"/>
                  </a:cubicBezTo>
                  <a:cubicBezTo>
                    <a:pt x="791" y="335"/>
                    <a:pt x="1551" y="335"/>
                    <a:pt x="2341" y="335"/>
                  </a:cubicBezTo>
                  <a:cubicBezTo>
                    <a:pt x="2219" y="244"/>
                    <a:pt x="2098" y="122"/>
                    <a:pt x="2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9"/>
            <p:cNvSpPr/>
            <p:nvPr/>
          </p:nvSpPr>
          <p:spPr>
            <a:xfrm>
              <a:off x="6772548" y="3573421"/>
              <a:ext cx="221660" cy="12045"/>
            </a:xfrm>
            <a:custGeom>
              <a:rect b="b" l="l" r="r" t="t"/>
              <a:pathLst>
                <a:path extrusionOk="0" h="375" w="6901">
                  <a:moveTo>
                    <a:pt x="3943" y="1"/>
                  </a:moveTo>
                  <a:cubicBezTo>
                    <a:pt x="2633" y="1"/>
                    <a:pt x="1317" y="18"/>
                    <a:pt x="1" y="36"/>
                  </a:cubicBezTo>
                  <a:cubicBezTo>
                    <a:pt x="31" y="66"/>
                    <a:pt x="61" y="97"/>
                    <a:pt x="92" y="127"/>
                  </a:cubicBezTo>
                  <a:cubicBezTo>
                    <a:pt x="153" y="188"/>
                    <a:pt x="213" y="218"/>
                    <a:pt x="244" y="249"/>
                  </a:cubicBezTo>
                  <a:cubicBezTo>
                    <a:pt x="274" y="249"/>
                    <a:pt x="305" y="249"/>
                    <a:pt x="305" y="279"/>
                  </a:cubicBezTo>
                  <a:cubicBezTo>
                    <a:pt x="335" y="279"/>
                    <a:pt x="365" y="309"/>
                    <a:pt x="365" y="309"/>
                  </a:cubicBezTo>
                  <a:lnTo>
                    <a:pt x="396" y="309"/>
                  </a:lnTo>
                  <a:lnTo>
                    <a:pt x="426" y="340"/>
                  </a:lnTo>
                  <a:cubicBezTo>
                    <a:pt x="1672" y="357"/>
                    <a:pt x="2918" y="375"/>
                    <a:pt x="4164" y="375"/>
                  </a:cubicBezTo>
                  <a:cubicBezTo>
                    <a:pt x="5076" y="375"/>
                    <a:pt x="5988" y="365"/>
                    <a:pt x="6900" y="340"/>
                  </a:cubicBezTo>
                  <a:cubicBezTo>
                    <a:pt x="6900" y="340"/>
                    <a:pt x="6900" y="309"/>
                    <a:pt x="6900" y="309"/>
                  </a:cubicBezTo>
                  <a:cubicBezTo>
                    <a:pt x="6900" y="279"/>
                    <a:pt x="6870" y="249"/>
                    <a:pt x="6870" y="218"/>
                  </a:cubicBezTo>
                  <a:cubicBezTo>
                    <a:pt x="6870" y="157"/>
                    <a:pt x="6840" y="127"/>
                    <a:pt x="6840" y="66"/>
                  </a:cubicBezTo>
                  <a:cubicBezTo>
                    <a:pt x="6840" y="66"/>
                    <a:pt x="6809" y="36"/>
                    <a:pt x="6809" y="36"/>
                  </a:cubicBezTo>
                  <a:cubicBezTo>
                    <a:pt x="5859" y="10"/>
                    <a:pt x="4903" y="1"/>
                    <a:pt x="39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9"/>
            <p:cNvSpPr/>
            <p:nvPr/>
          </p:nvSpPr>
          <p:spPr>
            <a:xfrm>
              <a:off x="6763780" y="3538283"/>
              <a:ext cx="219701" cy="10824"/>
            </a:xfrm>
            <a:custGeom>
              <a:rect b="b" l="l" r="r" t="t"/>
              <a:pathLst>
                <a:path extrusionOk="0" h="337" w="6840">
                  <a:moveTo>
                    <a:pt x="3904" y="0"/>
                  </a:moveTo>
                  <a:cubicBezTo>
                    <a:pt x="2623" y="0"/>
                    <a:pt x="1342" y="18"/>
                    <a:pt x="61" y="36"/>
                  </a:cubicBezTo>
                  <a:cubicBezTo>
                    <a:pt x="61" y="127"/>
                    <a:pt x="30" y="218"/>
                    <a:pt x="0" y="309"/>
                  </a:cubicBezTo>
                  <a:cubicBezTo>
                    <a:pt x="1520" y="309"/>
                    <a:pt x="3040" y="336"/>
                    <a:pt x="4559" y="336"/>
                  </a:cubicBezTo>
                  <a:cubicBezTo>
                    <a:pt x="5319" y="336"/>
                    <a:pt x="6079" y="329"/>
                    <a:pt x="6839" y="309"/>
                  </a:cubicBezTo>
                  <a:cubicBezTo>
                    <a:pt x="6809" y="218"/>
                    <a:pt x="6778" y="157"/>
                    <a:pt x="6748" y="66"/>
                  </a:cubicBezTo>
                  <a:cubicBezTo>
                    <a:pt x="6718" y="36"/>
                    <a:pt x="6718" y="36"/>
                    <a:pt x="6718" y="36"/>
                  </a:cubicBezTo>
                  <a:cubicBezTo>
                    <a:pt x="5780" y="10"/>
                    <a:pt x="4842" y="0"/>
                    <a:pt x="39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6807687" y="3644854"/>
              <a:ext cx="197249" cy="11884"/>
            </a:xfrm>
            <a:custGeom>
              <a:rect b="b" l="l" r="r" t="t"/>
              <a:pathLst>
                <a:path extrusionOk="0" h="370" w="6141">
                  <a:moveTo>
                    <a:pt x="3147" y="0"/>
                  </a:moveTo>
                  <a:cubicBezTo>
                    <a:pt x="2151" y="0"/>
                    <a:pt x="1156" y="15"/>
                    <a:pt x="153" y="31"/>
                  </a:cubicBezTo>
                  <a:cubicBezTo>
                    <a:pt x="122" y="122"/>
                    <a:pt x="92" y="183"/>
                    <a:pt x="31" y="243"/>
                  </a:cubicBezTo>
                  <a:cubicBezTo>
                    <a:pt x="1" y="274"/>
                    <a:pt x="1" y="304"/>
                    <a:pt x="1" y="335"/>
                  </a:cubicBezTo>
                  <a:cubicBezTo>
                    <a:pt x="1159" y="352"/>
                    <a:pt x="2338" y="370"/>
                    <a:pt x="3513" y="370"/>
                  </a:cubicBezTo>
                  <a:cubicBezTo>
                    <a:pt x="4373" y="370"/>
                    <a:pt x="5232" y="360"/>
                    <a:pt x="6080" y="335"/>
                  </a:cubicBezTo>
                  <a:cubicBezTo>
                    <a:pt x="6080" y="335"/>
                    <a:pt x="6080" y="304"/>
                    <a:pt x="6080" y="304"/>
                  </a:cubicBezTo>
                  <a:lnTo>
                    <a:pt x="6110" y="213"/>
                  </a:lnTo>
                  <a:cubicBezTo>
                    <a:pt x="6110" y="183"/>
                    <a:pt x="6141" y="122"/>
                    <a:pt x="6141" y="91"/>
                  </a:cubicBezTo>
                  <a:lnTo>
                    <a:pt x="6141" y="61"/>
                  </a:lnTo>
                  <a:cubicBezTo>
                    <a:pt x="5138" y="15"/>
                    <a:pt x="4142" y="0"/>
                    <a:pt x="31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6823329" y="3609555"/>
              <a:ext cx="177720" cy="11081"/>
            </a:xfrm>
            <a:custGeom>
              <a:rect b="b" l="l" r="r" t="t"/>
              <a:pathLst>
                <a:path extrusionOk="0" h="345" w="5533">
                  <a:moveTo>
                    <a:pt x="3242" y="0"/>
                  </a:moveTo>
                  <a:cubicBezTo>
                    <a:pt x="2218" y="0"/>
                    <a:pt x="1200" y="18"/>
                    <a:pt x="183" y="35"/>
                  </a:cubicBezTo>
                  <a:cubicBezTo>
                    <a:pt x="122" y="127"/>
                    <a:pt x="91" y="218"/>
                    <a:pt x="0" y="309"/>
                  </a:cubicBezTo>
                  <a:cubicBezTo>
                    <a:pt x="1071" y="327"/>
                    <a:pt x="2141" y="344"/>
                    <a:pt x="3206" y="344"/>
                  </a:cubicBezTo>
                  <a:cubicBezTo>
                    <a:pt x="3985" y="344"/>
                    <a:pt x="4761" y="335"/>
                    <a:pt x="5532" y="309"/>
                  </a:cubicBezTo>
                  <a:cubicBezTo>
                    <a:pt x="5532" y="279"/>
                    <a:pt x="5532" y="279"/>
                    <a:pt x="5502" y="248"/>
                  </a:cubicBezTo>
                  <a:cubicBezTo>
                    <a:pt x="5502" y="187"/>
                    <a:pt x="5502" y="127"/>
                    <a:pt x="5502" y="35"/>
                  </a:cubicBezTo>
                  <a:cubicBezTo>
                    <a:pt x="4744" y="10"/>
                    <a:pt x="3991" y="0"/>
                    <a:pt x="32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9"/>
            <p:cNvSpPr/>
            <p:nvPr/>
          </p:nvSpPr>
          <p:spPr>
            <a:xfrm>
              <a:off x="6797922" y="3715966"/>
              <a:ext cx="196285" cy="12045"/>
            </a:xfrm>
            <a:custGeom>
              <a:rect b="b" l="l" r="r" t="t"/>
              <a:pathLst>
                <a:path extrusionOk="0" h="375" w="6111">
                  <a:moveTo>
                    <a:pt x="3552" y="0"/>
                  </a:moveTo>
                  <a:cubicBezTo>
                    <a:pt x="2394" y="0"/>
                    <a:pt x="1233" y="18"/>
                    <a:pt x="92" y="36"/>
                  </a:cubicBezTo>
                  <a:cubicBezTo>
                    <a:pt x="62" y="96"/>
                    <a:pt x="62" y="127"/>
                    <a:pt x="62" y="157"/>
                  </a:cubicBezTo>
                  <a:cubicBezTo>
                    <a:pt x="31" y="218"/>
                    <a:pt x="31" y="279"/>
                    <a:pt x="1" y="340"/>
                  </a:cubicBezTo>
                  <a:cubicBezTo>
                    <a:pt x="1177" y="357"/>
                    <a:pt x="2353" y="375"/>
                    <a:pt x="3528" y="375"/>
                  </a:cubicBezTo>
                  <a:cubicBezTo>
                    <a:pt x="4389" y="375"/>
                    <a:pt x="5250" y="365"/>
                    <a:pt x="6110" y="340"/>
                  </a:cubicBezTo>
                  <a:lnTo>
                    <a:pt x="6110" y="248"/>
                  </a:lnTo>
                  <a:cubicBezTo>
                    <a:pt x="6080" y="188"/>
                    <a:pt x="6080" y="127"/>
                    <a:pt x="6080" y="36"/>
                  </a:cubicBezTo>
                  <a:cubicBezTo>
                    <a:pt x="5245" y="10"/>
                    <a:pt x="4399" y="0"/>
                    <a:pt x="3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6802804" y="3680827"/>
              <a:ext cx="196285" cy="11049"/>
            </a:xfrm>
            <a:custGeom>
              <a:rect b="b" l="l" r="r" t="t"/>
              <a:pathLst>
                <a:path extrusionOk="0" h="344" w="6111">
                  <a:moveTo>
                    <a:pt x="3528" y="0"/>
                  </a:moveTo>
                  <a:cubicBezTo>
                    <a:pt x="2352" y="0"/>
                    <a:pt x="1177" y="18"/>
                    <a:pt x="1" y="35"/>
                  </a:cubicBezTo>
                  <a:lnTo>
                    <a:pt x="1" y="96"/>
                  </a:lnTo>
                  <a:cubicBezTo>
                    <a:pt x="1" y="157"/>
                    <a:pt x="1" y="248"/>
                    <a:pt x="1" y="309"/>
                  </a:cubicBezTo>
                  <a:cubicBezTo>
                    <a:pt x="1177" y="326"/>
                    <a:pt x="2352" y="344"/>
                    <a:pt x="3528" y="344"/>
                  </a:cubicBezTo>
                  <a:cubicBezTo>
                    <a:pt x="4389" y="344"/>
                    <a:pt x="5250" y="335"/>
                    <a:pt x="6110" y="309"/>
                  </a:cubicBezTo>
                  <a:cubicBezTo>
                    <a:pt x="6110" y="218"/>
                    <a:pt x="6110" y="127"/>
                    <a:pt x="6110" y="35"/>
                  </a:cubicBezTo>
                  <a:cubicBezTo>
                    <a:pt x="5250" y="10"/>
                    <a:pt x="4389" y="0"/>
                    <a:pt x="3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9"/>
            <p:cNvSpPr/>
            <p:nvPr/>
          </p:nvSpPr>
          <p:spPr>
            <a:xfrm>
              <a:off x="6794036" y="3788202"/>
              <a:ext cx="197249" cy="11081"/>
            </a:xfrm>
            <a:custGeom>
              <a:rect b="b" l="l" r="r" t="t"/>
              <a:pathLst>
                <a:path extrusionOk="0" h="345" w="6141">
                  <a:moveTo>
                    <a:pt x="3546" y="1"/>
                  </a:moveTo>
                  <a:cubicBezTo>
                    <a:pt x="2362" y="1"/>
                    <a:pt x="1176" y="18"/>
                    <a:pt x="0" y="36"/>
                  </a:cubicBezTo>
                  <a:lnTo>
                    <a:pt x="0" y="157"/>
                  </a:lnTo>
                  <a:lnTo>
                    <a:pt x="0" y="309"/>
                  </a:lnTo>
                  <a:cubicBezTo>
                    <a:pt x="1176" y="327"/>
                    <a:pt x="2362" y="344"/>
                    <a:pt x="3546" y="344"/>
                  </a:cubicBezTo>
                  <a:cubicBezTo>
                    <a:pt x="4413" y="344"/>
                    <a:pt x="5280" y="335"/>
                    <a:pt x="6140" y="309"/>
                  </a:cubicBezTo>
                  <a:cubicBezTo>
                    <a:pt x="6140" y="218"/>
                    <a:pt x="6110" y="127"/>
                    <a:pt x="6140" y="36"/>
                  </a:cubicBezTo>
                  <a:cubicBezTo>
                    <a:pt x="5280" y="10"/>
                    <a:pt x="4413" y="1"/>
                    <a:pt x="3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6794036" y="3753063"/>
              <a:ext cx="200172" cy="10086"/>
            </a:xfrm>
            <a:custGeom>
              <a:rect b="b" l="l" r="r" t="t"/>
              <a:pathLst>
                <a:path extrusionOk="0" h="314" w="6232">
                  <a:moveTo>
                    <a:pt x="3611" y="0"/>
                  </a:moveTo>
                  <a:cubicBezTo>
                    <a:pt x="2417" y="0"/>
                    <a:pt x="1224" y="18"/>
                    <a:pt x="31" y="36"/>
                  </a:cubicBezTo>
                  <a:lnTo>
                    <a:pt x="31" y="5"/>
                  </a:lnTo>
                  <a:lnTo>
                    <a:pt x="0" y="279"/>
                  </a:lnTo>
                  <a:cubicBezTo>
                    <a:pt x="1194" y="296"/>
                    <a:pt x="2387" y="314"/>
                    <a:pt x="3580" y="314"/>
                  </a:cubicBezTo>
                  <a:cubicBezTo>
                    <a:pt x="4454" y="314"/>
                    <a:pt x="5328" y="304"/>
                    <a:pt x="6201" y="279"/>
                  </a:cubicBezTo>
                  <a:cubicBezTo>
                    <a:pt x="6201" y="188"/>
                    <a:pt x="6231" y="96"/>
                    <a:pt x="6231" y="36"/>
                  </a:cubicBezTo>
                  <a:cubicBezTo>
                    <a:pt x="5358" y="10"/>
                    <a:pt x="4484" y="0"/>
                    <a:pt x="3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6795995" y="3824336"/>
              <a:ext cx="197249" cy="10182"/>
            </a:xfrm>
            <a:custGeom>
              <a:rect b="b" l="l" r="r" t="t"/>
              <a:pathLst>
                <a:path extrusionOk="0" h="317" w="6141">
                  <a:moveTo>
                    <a:pt x="3527" y="0"/>
                  </a:moveTo>
                  <a:cubicBezTo>
                    <a:pt x="2352" y="0"/>
                    <a:pt x="1176" y="18"/>
                    <a:pt x="0" y="35"/>
                  </a:cubicBezTo>
                  <a:cubicBezTo>
                    <a:pt x="31" y="127"/>
                    <a:pt x="31" y="218"/>
                    <a:pt x="61" y="309"/>
                  </a:cubicBezTo>
                  <a:cubicBezTo>
                    <a:pt x="1079" y="309"/>
                    <a:pt x="2090" y="317"/>
                    <a:pt x="3101" y="317"/>
                  </a:cubicBezTo>
                  <a:cubicBezTo>
                    <a:pt x="4111" y="317"/>
                    <a:pt x="5122" y="309"/>
                    <a:pt x="6140" y="279"/>
                  </a:cubicBezTo>
                  <a:cubicBezTo>
                    <a:pt x="6140" y="218"/>
                    <a:pt x="6110" y="127"/>
                    <a:pt x="6110" y="35"/>
                  </a:cubicBezTo>
                  <a:cubicBezTo>
                    <a:pt x="5249" y="10"/>
                    <a:pt x="4388" y="0"/>
                    <a:pt x="35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9"/>
            <p:cNvSpPr/>
            <p:nvPr/>
          </p:nvSpPr>
          <p:spPr>
            <a:xfrm>
              <a:off x="7359300" y="4700192"/>
              <a:ext cx="327110" cy="206050"/>
            </a:xfrm>
            <a:custGeom>
              <a:rect b="b" l="l" r="r" t="t"/>
              <a:pathLst>
                <a:path extrusionOk="0" h="6415" w="10184">
                  <a:moveTo>
                    <a:pt x="2250" y="1"/>
                  </a:moveTo>
                  <a:lnTo>
                    <a:pt x="0" y="2250"/>
                  </a:lnTo>
                  <a:lnTo>
                    <a:pt x="1338" y="3770"/>
                  </a:lnTo>
                  <a:cubicBezTo>
                    <a:pt x="1338" y="3770"/>
                    <a:pt x="1307" y="5563"/>
                    <a:pt x="2098" y="6414"/>
                  </a:cubicBezTo>
                  <a:lnTo>
                    <a:pt x="10183" y="1126"/>
                  </a:lnTo>
                  <a:cubicBezTo>
                    <a:pt x="10183" y="1126"/>
                    <a:pt x="9888" y="695"/>
                    <a:pt x="9299" y="695"/>
                  </a:cubicBezTo>
                  <a:cubicBezTo>
                    <a:pt x="9206" y="695"/>
                    <a:pt x="9105" y="706"/>
                    <a:pt x="8998" y="730"/>
                  </a:cubicBezTo>
                  <a:cubicBezTo>
                    <a:pt x="8238" y="882"/>
                    <a:pt x="7022" y="1612"/>
                    <a:pt x="7022" y="1612"/>
                  </a:cubicBezTo>
                  <a:lnTo>
                    <a:pt x="3952" y="1551"/>
                  </a:lnTo>
                  <a:lnTo>
                    <a:pt x="22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6251223" y="4609423"/>
              <a:ext cx="286093" cy="293031"/>
            </a:xfrm>
            <a:custGeom>
              <a:rect b="b" l="l" r="r" t="t"/>
              <a:pathLst>
                <a:path extrusionOk="0" h="9123" w="8907">
                  <a:moveTo>
                    <a:pt x="3830" y="0"/>
                  </a:moveTo>
                  <a:lnTo>
                    <a:pt x="2341" y="2371"/>
                  </a:lnTo>
                  <a:cubicBezTo>
                    <a:pt x="2341" y="2371"/>
                    <a:pt x="912" y="2675"/>
                    <a:pt x="0" y="3982"/>
                  </a:cubicBezTo>
                  <a:cubicBezTo>
                    <a:pt x="0" y="3982"/>
                    <a:pt x="2006" y="6262"/>
                    <a:pt x="3830" y="7356"/>
                  </a:cubicBezTo>
                  <a:cubicBezTo>
                    <a:pt x="5583" y="8408"/>
                    <a:pt x="7224" y="9122"/>
                    <a:pt x="8401" y="9122"/>
                  </a:cubicBezTo>
                  <a:cubicBezTo>
                    <a:pt x="8449" y="9122"/>
                    <a:pt x="8495" y="9121"/>
                    <a:pt x="8542" y="9119"/>
                  </a:cubicBezTo>
                  <a:cubicBezTo>
                    <a:pt x="8542" y="9119"/>
                    <a:pt x="8906" y="8389"/>
                    <a:pt x="7994" y="7873"/>
                  </a:cubicBezTo>
                  <a:cubicBezTo>
                    <a:pt x="7083" y="7325"/>
                    <a:pt x="6079" y="7113"/>
                    <a:pt x="6079" y="7113"/>
                  </a:cubicBezTo>
                  <a:lnTo>
                    <a:pt x="5289" y="4164"/>
                  </a:lnTo>
                  <a:lnTo>
                    <a:pt x="6171" y="2189"/>
                  </a:lnTo>
                  <a:lnTo>
                    <a:pt x="38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9"/>
            <p:cNvSpPr/>
            <p:nvPr/>
          </p:nvSpPr>
          <p:spPr>
            <a:xfrm>
              <a:off x="6859430" y="3199651"/>
              <a:ext cx="192367" cy="175793"/>
            </a:xfrm>
            <a:custGeom>
              <a:rect b="b" l="l" r="r" t="t"/>
              <a:pathLst>
                <a:path extrusionOk="0" h="5473" w="5989">
                  <a:moveTo>
                    <a:pt x="2554" y="1"/>
                  </a:moveTo>
                  <a:lnTo>
                    <a:pt x="274" y="1247"/>
                  </a:lnTo>
                  <a:lnTo>
                    <a:pt x="335" y="1399"/>
                  </a:lnTo>
                  <a:lnTo>
                    <a:pt x="1" y="3101"/>
                  </a:lnTo>
                  <a:lnTo>
                    <a:pt x="1004" y="5472"/>
                  </a:lnTo>
                  <a:cubicBezTo>
                    <a:pt x="1004" y="5472"/>
                    <a:pt x="2129" y="5107"/>
                    <a:pt x="2402" y="4256"/>
                  </a:cubicBezTo>
                  <a:cubicBezTo>
                    <a:pt x="2402" y="4256"/>
                    <a:pt x="2068" y="3253"/>
                    <a:pt x="2676" y="3132"/>
                  </a:cubicBezTo>
                  <a:cubicBezTo>
                    <a:pt x="2772" y="3111"/>
                    <a:pt x="2849" y="3103"/>
                    <a:pt x="2910" y="3103"/>
                  </a:cubicBezTo>
                  <a:cubicBezTo>
                    <a:pt x="3216" y="3103"/>
                    <a:pt x="3132" y="3314"/>
                    <a:pt x="3132" y="3314"/>
                  </a:cubicBezTo>
                  <a:cubicBezTo>
                    <a:pt x="3132" y="3314"/>
                    <a:pt x="3305" y="3356"/>
                    <a:pt x="3581" y="3356"/>
                  </a:cubicBezTo>
                  <a:cubicBezTo>
                    <a:pt x="4151" y="3356"/>
                    <a:pt x="5160" y="3177"/>
                    <a:pt x="5979" y="2080"/>
                  </a:cubicBezTo>
                  <a:lnTo>
                    <a:pt x="5979" y="2080"/>
                  </a:lnTo>
                  <a:lnTo>
                    <a:pt x="5989" y="2098"/>
                  </a:lnTo>
                  <a:lnTo>
                    <a:pt x="5989" y="2068"/>
                  </a:lnTo>
                  <a:cubicBezTo>
                    <a:pt x="5986" y="2072"/>
                    <a:pt x="5983" y="2076"/>
                    <a:pt x="5979" y="2080"/>
                  </a:cubicBezTo>
                  <a:lnTo>
                    <a:pt x="5979" y="2080"/>
                  </a:lnTo>
                  <a:lnTo>
                    <a:pt x="5381" y="943"/>
                  </a:lnTo>
                  <a:lnTo>
                    <a:pt x="255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9"/>
            <p:cNvSpPr/>
            <p:nvPr/>
          </p:nvSpPr>
          <p:spPr>
            <a:xfrm>
              <a:off x="6965873" y="3337314"/>
              <a:ext cx="35171" cy="36167"/>
            </a:xfrm>
            <a:custGeom>
              <a:rect b="b" l="l" r="r" t="t"/>
              <a:pathLst>
                <a:path extrusionOk="0" h="1126" w="1095">
                  <a:moveTo>
                    <a:pt x="547" y="1"/>
                  </a:moveTo>
                  <a:cubicBezTo>
                    <a:pt x="243" y="1"/>
                    <a:pt x="0" y="244"/>
                    <a:pt x="0" y="548"/>
                  </a:cubicBezTo>
                  <a:cubicBezTo>
                    <a:pt x="0" y="882"/>
                    <a:pt x="243" y="1125"/>
                    <a:pt x="547" y="1125"/>
                  </a:cubicBezTo>
                  <a:cubicBezTo>
                    <a:pt x="851" y="1125"/>
                    <a:pt x="1094" y="882"/>
                    <a:pt x="1094" y="548"/>
                  </a:cubicBezTo>
                  <a:cubicBezTo>
                    <a:pt x="1094" y="244"/>
                    <a:pt x="851" y="1"/>
                    <a:pt x="54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7043955" y="3268257"/>
              <a:ext cx="9797" cy="62409"/>
            </a:xfrm>
            <a:custGeom>
              <a:rect b="b" l="l" r="r" t="t"/>
              <a:pathLst>
                <a:path extrusionOk="0" h="1943" w="305">
                  <a:moveTo>
                    <a:pt x="274" y="0"/>
                  </a:moveTo>
                  <a:cubicBezTo>
                    <a:pt x="259" y="0"/>
                    <a:pt x="244" y="8"/>
                    <a:pt x="244" y="23"/>
                  </a:cubicBezTo>
                  <a:cubicBezTo>
                    <a:pt x="183" y="661"/>
                    <a:pt x="31" y="1269"/>
                    <a:pt x="1" y="1908"/>
                  </a:cubicBezTo>
                  <a:cubicBezTo>
                    <a:pt x="1" y="1925"/>
                    <a:pt x="21" y="1943"/>
                    <a:pt x="44" y="1943"/>
                  </a:cubicBezTo>
                  <a:cubicBezTo>
                    <a:pt x="61" y="1943"/>
                    <a:pt x="79" y="1933"/>
                    <a:pt x="92" y="1908"/>
                  </a:cubicBezTo>
                  <a:cubicBezTo>
                    <a:pt x="244" y="1300"/>
                    <a:pt x="274" y="631"/>
                    <a:pt x="305" y="23"/>
                  </a:cubicBezTo>
                  <a:cubicBezTo>
                    <a:pt x="305" y="8"/>
                    <a:pt x="289" y="0"/>
                    <a:pt x="2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7034191" y="3328128"/>
              <a:ext cx="24443" cy="44358"/>
            </a:xfrm>
            <a:custGeom>
              <a:rect b="b" l="l" r="r" t="t"/>
              <a:pathLst>
                <a:path extrusionOk="0" h="1381" w="761">
                  <a:moveTo>
                    <a:pt x="383" y="1"/>
                  </a:moveTo>
                  <a:cubicBezTo>
                    <a:pt x="365" y="1"/>
                    <a:pt x="335" y="22"/>
                    <a:pt x="335" y="44"/>
                  </a:cubicBezTo>
                  <a:cubicBezTo>
                    <a:pt x="426" y="287"/>
                    <a:pt x="517" y="530"/>
                    <a:pt x="578" y="773"/>
                  </a:cubicBezTo>
                  <a:cubicBezTo>
                    <a:pt x="609" y="834"/>
                    <a:pt x="609" y="895"/>
                    <a:pt x="609" y="955"/>
                  </a:cubicBezTo>
                  <a:cubicBezTo>
                    <a:pt x="639" y="1077"/>
                    <a:pt x="578" y="1138"/>
                    <a:pt x="426" y="1168"/>
                  </a:cubicBezTo>
                  <a:cubicBezTo>
                    <a:pt x="305" y="1199"/>
                    <a:pt x="183" y="1229"/>
                    <a:pt x="61" y="1259"/>
                  </a:cubicBezTo>
                  <a:cubicBezTo>
                    <a:pt x="1" y="1259"/>
                    <a:pt x="31" y="1381"/>
                    <a:pt x="92" y="1381"/>
                  </a:cubicBezTo>
                  <a:cubicBezTo>
                    <a:pt x="274" y="1351"/>
                    <a:pt x="730" y="1290"/>
                    <a:pt x="761" y="1047"/>
                  </a:cubicBezTo>
                  <a:cubicBezTo>
                    <a:pt x="761" y="712"/>
                    <a:pt x="548" y="317"/>
                    <a:pt x="396" y="13"/>
                  </a:cubicBezTo>
                  <a:cubicBezTo>
                    <a:pt x="396" y="4"/>
                    <a:pt x="391" y="1"/>
                    <a:pt x="3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9"/>
            <p:cNvSpPr/>
            <p:nvPr/>
          </p:nvSpPr>
          <p:spPr>
            <a:xfrm>
              <a:off x="7015947" y="3370846"/>
              <a:ext cx="20236" cy="60064"/>
            </a:xfrm>
            <a:custGeom>
              <a:rect b="b" l="l" r="r" t="t"/>
              <a:pathLst>
                <a:path extrusionOk="0" h="1870" w="630">
                  <a:moveTo>
                    <a:pt x="585" y="1"/>
                  </a:moveTo>
                  <a:cubicBezTo>
                    <a:pt x="569" y="1"/>
                    <a:pt x="551" y="8"/>
                    <a:pt x="538" y="21"/>
                  </a:cubicBezTo>
                  <a:cubicBezTo>
                    <a:pt x="386" y="628"/>
                    <a:pt x="234" y="1206"/>
                    <a:pt x="22" y="1783"/>
                  </a:cubicBezTo>
                  <a:cubicBezTo>
                    <a:pt x="0" y="1826"/>
                    <a:pt x="55" y="1869"/>
                    <a:pt x="99" y="1869"/>
                  </a:cubicBezTo>
                  <a:cubicBezTo>
                    <a:pt x="118" y="1869"/>
                    <a:pt x="134" y="1862"/>
                    <a:pt x="143" y="1844"/>
                  </a:cubicBezTo>
                  <a:cubicBezTo>
                    <a:pt x="417" y="1297"/>
                    <a:pt x="599" y="628"/>
                    <a:pt x="629" y="51"/>
                  </a:cubicBezTo>
                  <a:cubicBezTo>
                    <a:pt x="629" y="15"/>
                    <a:pt x="609" y="1"/>
                    <a:pt x="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9"/>
            <p:cNvSpPr/>
            <p:nvPr/>
          </p:nvSpPr>
          <p:spPr>
            <a:xfrm>
              <a:off x="6933626" y="3340493"/>
              <a:ext cx="8833" cy="62987"/>
            </a:xfrm>
            <a:custGeom>
              <a:rect b="b" l="l" r="r" t="t"/>
              <a:pathLst>
                <a:path extrusionOk="0" h="1961" w="275">
                  <a:moveTo>
                    <a:pt x="240" y="0"/>
                  </a:moveTo>
                  <a:cubicBezTo>
                    <a:pt x="221" y="0"/>
                    <a:pt x="199" y="8"/>
                    <a:pt x="183" y="23"/>
                  </a:cubicBezTo>
                  <a:cubicBezTo>
                    <a:pt x="123" y="631"/>
                    <a:pt x="1" y="1330"/>
                    <a:pt x="123" y="1938"/>
                  </a:cubicBezTo>
                  <a:cubicBezTo>
                    <a:pt x="123" y="1953"/>
                    <a:pt x="138" y="1961"/>
                    <a:pt x="153" y="1961"/>
                  </a:cubicBezTo>
                  <a:cubicBezTo>
                    <a:pt x="168" y="1961"/>
                    <a:pt x="183" y="1953"/>
                    <a:pt x="183" y="1938"/>
                  </a:cubicBezTo>
                  <a:cubicBezTo>
                    <a:pt x="275" y="1330"/>
                    <a:pt x="214" y="662"/>
                    <a:pt x="275" y="23"/>
                  </a:cubicBezTo>
                  <a:cubicBezTo>
                    <a:pt x="275" y="8"/>
                    <a:pt x="259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9"/>
            <p:cNvSpPr/>
            <p:nvPr/>
          </p:nvSpPr>
          <p:spPr>
            <a:xfrm>
              <a:off x="6934621" y="3402740"/>
              <a:ext cx="84957" cy="29326"/>
            </a:xfrm>
            <a:custGeom>
              <a:rect b="b" l="l" r="r" t="t"/>
              <a:pathLst>
                <a:path extrusionOk="0" h="913" w="2645">
                  <a:moveTo>
                    <a:pt x="61" y="0"/>
                  </a:moveTo>
                  <a:cubicBezTo>
                    <a:pt x="31" y="0"/>
                    <a:pt x="0" y="31"/>
                    <a:pt x="31" y="31"/>
                  </a:cubicBezTo>
                  <a:cubicBezTo>
                    <a:pt x="730" y="578"/>
                    <a:pt x="1703" y="821"/>
                    <a:pt x="2554" y="912"/>
                  </a:cubicBezTo>
                  <a:cubicBezTo>
                    <a:pt x="2645" y="912"/>
                    <a:pt x="2645" y="790"/>
                    <a:pt x="2554" y="790"/>
                  </a:cubicBezTo>
                  <a:cubicBezTo>
                    <a:pt x="1642" y="699"/>
                    <a:pt x="882" y="395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9"/>
            <p:cNvSpPr/>
            <p:nvPr/>
          </p:nvSpPr>
          <p:spPr>
            <a:xfrm>
              <a:off x="6886218" y="3346339"/>
              <a:ext cx="15225" cy="64401"/>
            </a:xfrm>
            <a:custGeom>
              <a:rect b="b" l="l" r="r" t="t"/>
              <a:pathLst>
                <a:path extrusionOk="0" h="2005" w="474">
                  <a:moveTo>
                    <a:pt x="443" y="1"/>
                  </a:moveTo>
                  <a:cubicBezTo>
                    <a:pt x="428" y="1"/>
                    <a:pt x="413" y="8"/>
                    <a:pt x="413" y="24"/>
                  </a:cubicBezTo>
                  <a:cubicBezTo>
                    <a:pt x="292" y="662"/>
                    <a:pt x="140" y="1300"/>
                    <a:pt x="18" y="1969"/>
                  </a:cubicBezTo>
                  <a:cubicBezTo>
                    <a:pt x="0" y="1987"/>
                    <a:pt x="23" y="2004"/>
                    <a:pt x="46" y="2004"/>
                  </a:cubicBezTo>
                  <a:cubicBezTo>
                    <a:pt x="62" y="2004"/>
                    <a:pt x="79" y="1995"/>
                    <a:pt x="79" y="1969"/>
                  </a:cubicBezTo>
                  <a:cubicBezTo>
                    <a:pt x="261" y="1331"/>
                    <a:pt x="383" y="692"/>
                    <a:pt x="474" y="24"/>
                  </a:cubicBezTo>
                  <a:cubicBezTo>
                    <a:pt x="474" y="8"/>
                    <a:pt x="459" y="1"/>
                    <a:pt x="4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9"/>
            <p:cNvSpPr/>
            <p:nvPr/>
          </p:nvSpPr>
          <p:spPr>
            <a:xfrm>
              <a:off x="6945638" y="3425898"/>
              <a:ext cx="41531" cy="60097"/>
            </a:xfrm>
            <a:custGeom>
              <a:rect b="b" l="l" r="r" t="t"/>
              <a:pathLst>
                <a:path extrusionOk="0" h="1871" w="1293">
                  <a:moveTo>
                    <a:pt x="1200" y="0"/>
                  </a:moveTo>
                  <a:cubicBezTo>
                    <a:pt x="1191" y="0"/>
                    <a:pt x="1183" y="3"/>
                    <a:pt x="1177" y="9"/>
                  </a:cubicBezTo>
                  <a:cubicBezTo>
                    <a:pt x="752" y="556"/>
                    <a:pt x="326" y="1133"/>
                    <a:pt x="22" y="1772"/>
                  </a:cubicBezTo>
                  <a:cubicBezTo>
                    <a:pt x="1" y="1814"/>
                    <a:pt x="53" y="1871"/>
                    <a:pt x="98" y="1871"/>
                  </a:cubicBezTo>
                  <a:cubicBezTo>
                    <a:pt x="117" y="1871"/>
                    <a:pt x="134" y="1860"/>
                    <a:pt x="144" y="1832"/>
                  </a:cubicBezTo>
                  <a:cubicBezTo>
                    <a:pt x="539" y="1255"/>
                    <a:pt x="873" y="647"/>
                    <a:pt x="1268" y="69"/>
                  </a:cubicBezTo>
                  <a:cubicBezTo>
                    <a:pt x="1293" y="45"/>
                    <a:pt x="1238" y="0"/>
                    <a:pt x="12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9"/>
            <p:cNvSpPr/>
            <p:nvPr/>
          </p:nvSpPr>
          <p:spPr>
            <a:xfrm>
              <a:off x="6873370" y="3400396"/>
              <a:ext cx="93212" cy="110172"/>
            </a:xfrm>
            <a:custGeom>
              <a:rect b="b" l="l" r="r" t="t"/>
              <a:pathLst>
                <a:path extrusionOk="0" h="3430" w="2902">
                  <a:moveTo>
                    <a:pt x="42" y="0"/>
                  </a:moveTo>
                  <a:cubicBezTo>
                    <a:pt x="11" y="0"/>
                    <a:pt x="1" y="29"/>
                    <a:pt x="23" y="73"/>
                  </a:cubicBezTo>
                  <a:cubicBezTo>
                    <a:pt x="540" y="590"/>
                    <a:pt x="1026" y="1137"/>
                    <a:pt x="1482" y="1715"/>
                  </a:cubicBezTo>
                  <a:cubicBezTo>
                    <a:pt x="1968" y="2262"/>
                    <a:pt x="2363" y="2900"/>
                    <a:pt x="2850" y="3417"/>
                  </a:cubicBezTo>
                  <a:cubicBezTo>
                    <a:pt x="2859" y="3426"/>
                    <a:pt x="2867" y="3429"/>
                    <a:pt x="2875" y="3429"/>
                  </a:cubicBezTo>
                  <a:cubicBezTo>
                    <a:pt x="2893" y="3429"/>
                    <a:pt x="2902" y="3408"/>
                    <a:pt x="2880" y="3386"/>
                  </a:cubicBezTo>
                  <a:cubicBezTo>
                    <a:pt x="2242" y="2140"/>
                    <a:pt x="1087" y="985"/>
                    <a:pt x="84" y="12"/>
                  </a:cubicBezTo>
                  <a:cubicBezTo>
                    <a:pt x="67" y="4"/>
                    <a:pt x="53" y="0"/>
                    <a:pt x="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9"/>
            <p:cNvSpPr/>
            <p:nvPr/>
          </p:nvSpPr>
          <p:spPr>
            <a:xfrm>
              <a:off x="6873113" y="3400524"/>
              <a:ext cx="3919" cy="21520"/>
            </a:xfrm>
            <a:custGeom>
              <a:rect b="b" l="l" r="r" t="t"/>
              <a:pathLst>
                <a:path extrusionOk="0" h="670" w="122">
                  <a:moveTo>
                    <a:pt x="61" y="1"/>
                  </a:moveTo>
                  <a:cubicBezTo>
                    <a:pt x="31" y="1"/>
                    <a:pt x="0" y="24"/>
                    <a:pt x="0" y="69"/>
                  </a:cubicBezTo>
                  <a:lnTo>
                    <a:pt x="0" y="404"/>
                  </a:lnTo>
                  <a:cubicBezTo>
                    <a:pt x="0" y="495"/>
                    <a:pt x="0" y="586"/>
                    <a:pt x="31" y="647"/>
                  </a:cubicBezTo>
                  <a:cubicBezTo>
                    <a:pt x="46" y="662"/>
                    <a:pt x="61" y="670"/>
                    <a:pt x="73" y="670"/>
                  </a:cubicBezTo>
                  <a:cubicBezTo>
                    <a:pt x="84" y="670"/>
                    <a:pt x="92" y="662"/>
                    <a:pt x="92" y="647"/>
                  </a:cubicBezTo>
                  <a:cubicBezTo>
                    <a:pt x="122" y="586"/>
                    <a:pt x="122" y="495"/>
                    <a:pt x="122" y="404"/>
                  </a:cubicBezTo>
                  <a:lnTo>
                    <a:pt x="122" y="69"/>
                  </a:lnTo>
                  <a:cubicBezTo>
                    <a:pt x="122" y="24"/>
                    <a:pt x="92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9"/>
            <p:cNvSpPr/>
            <p:nvPr/>
          </p:nvSpPr>
          <p:spPr>
            <a:xfrm>
              <a:off x="6801841" y="3420052"/>
              <a:ext cx="74037" cy="42270"/>
            </a:xfrm>
            <a:custGeom>
              <a:rect b="b" l="l" r="r" t="t"/>
              <a:pathLst>
                <a:path extrusionOk="0" h="1316" w="2305">
                  <a:moveTo>
                    <a:pt x="2267" y="0"/>
                  </a:moveTo>
                  <a:cubicBezTo>
                    <a:pt x="2261" y="0"/>
                    <a:pt x="2256" y="3"/>
                    <a:pt x="2250" y="8"/>
                  </a:cubicBezTo>
                  <a:cubicBezTo>
                    <a:pt x="1490" y="373"/>
                    <a:pt x="700" y="799"/>
                    <a:pt x="31" y="1285"/>
                  </a:cubicBezTo>
                  <a:cubicBezTo>
                    <a:pt x="1" y="1285"/>
                    <a:pt x="31" y="1315"/>
                    <a:pt x="31" y="1315"/>
                  </a:cubicBezTo>
                  <a:cubicBezTo>
                    <a:pt x="821" y="951"/>
                    <a:pt x="1551" y="495"/>
                    <a:pt x="2280" y="69"/>
                  </a:cubicBezTo>
                  <a:cubicBezTo>
                    <a:pt x="2305" y="45"/>
                    <a:pt x="2290" y="0"/>
                    <a:pt x="22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9"/>
            <p:cNvSpPr/>
            <p:nvPr/>
          </p:nvSpPr>
          <p:spPr>
            <a:xfrm>
              <a:off x="6713385" y="3460490"/>
              <a:ext cx="92795" cy="225482"/>
            </a:xfrm>
            <a:custGeom>
              <a:rect b="b" l="l" r="r" t="t"/>
              <a:pathLst>
                <a:path extrusionOk="0" h="7020" w="2889">
                  <a:moveTo>
                    <a:pt x="2811" y="1"/>
                  </a:moveTo>
                  <a:cubicBezTo>
                    <a:pt x="2793" y="1"/>
                    <a:pt x="2772" y="8"/>
                    <a:pt x="2755" y="26"/>
                  </a:cubicBezTo>
                  <a:cubicBezTo>
                    <a:pt x="2086" y="907"/>
                    <a:pt x="1782" y="1971"/>
                    <a:pt x="1417" y="3005"/>
                  </a:cubicBezTo>
                  <a:cubicBezTo>
                    <a:pt x="931" y="4312"/>
                    <a:pt x="414" y="5619"/>
                    <a:pt x="19" y="6956"/>
                  </a:cubicBezTo>
                  <a:cubicBezTo>
                    <a:pt x="0" y="6994"/>
                    <a:pt x="28" y="7020"/>
                    <a:pt x="59" y="7020"/>
                  </a:cubicBezTo>
                  <a:cubicBezTo>
                    <a:pt x="78" y="7020"/>
                    <a:pt x="98" y="7010"/>
                    <a:pt x="110" y="6987"/>
                  </a:cubicBezTo>
                  <a:cubicBezTo>
                    <a:pt x="961" y="4737"/>
                    <a:pt x="1508" y="2062"/>
                    <a:pt x="2846" y="87"/>
                  </a:cubicBezTo>
                  <a:cubicBezTo>
                    <a:pt x="2889" y="44"/>
                    <a:pt x="2856" y="1"/>
                    <a:pt x="2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9"/>
            <p:cNvSpPr/>
            <p:nvPr/>
          </p:nvSpPr>
          <p:spPr>
            <a:xfrm>
              <a:off x="6681748" y="3685710"/>
              <a:ext cx="32248" cy="228309"/>
            </a:xfrm>
            <a:custGeom>
              <a:rect b="b" l="l" r="r" t="t"/>
              <a:pathLst>
                <a:path extrusionOk="0" h="7108" w="1004">
                  <a:moveTo>
                    <a:pt x="967" y="0"/>
                  </a:moveTo>
                  <a:cubicBezTo>
                    <a:pt x="954" y="0"/>
                    <a:pt x="943" y="10"/>
                    <a:pt x="943" y="35"/>
                  </a:cubicBezTo>
                  <a:cubicBezTo>
                    <a:pt x="548" y="2345"/>
                    <a:pt x="214" y="4716"/>
                    <a:pt x="1" y="7057"/>
                  </a:cubicBezTo>
                  <a:cubicBezTo>
                    <a:pt x="1" y="7092"/>
                    <a:pt x="22" y="7107"/>
                    <a:pt x="45" y="7107"/>
                  </a:cubicBezTo>
                  <a:cubicBezTo>
                    <a:pt x="62" y="7107"/>
                    <a:pt x="79" y="7100"/>
                    <a:pt x="92" y="7087"/>
                  </a:cubicBezTo>
                  <a:cubicBezTo>
                    <a:pt x="487" y="4747"/>
                    <a:pt x="761" y="2376"/>
                    <a:pt x="1004" y="35"/>
                  </a:cubicBezTo>
                  <a:cubicBezTo>
                    <a:pt x="1004" y="18"/>
                    <a:pt x="984" y="0"/>
                    <a:pt x="9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9"/>
            <p:cNvSpPr/>
            <p:nvPr/>
          </p:nvSpPr>
          <p:spPr>
            <a:xfrm>
              <a:off x="6633922" y="3923006"/>
              <a:ext cx="50814" cy="149647"/>
            </a:xfrm>
            <a:custGeom>
              <a:rect b="b" l="l" r="r" t="t"/>
              <a:pathLst>
                <a:path extrusionOk="0" h="4659" w="1582">
                  <a:moveTo>
                    <a:pt x="1533" y="0"/>
                  </a:moveTo>
                  <a:cubicBezTo>
                    <a:pt x="1518" y="0"/>
                    <a:pt x="1501" y="10"/>
                    <a:pt x="1490" y="33"/>
                  </a:cubicBezTo>
                  <a:cubicBezTo>
                    <a:pt x="1034" y="1128"/>
                    <a:pt x="639" y="2343"/>
                    <a:pt x="548" y="3529"/>
                  </a:cubicBezTo>
                  <a:cubicBezTo>
                    <a:pt x="517" y="4046"/>
                    <a:pt x="517" y="4471"/>
                    <a:pt x="1064" y="4654"/>
                  </a:cubicBezTo>
                  <a:cubicBezTo>
                    <a:pt x="1074" y="4657"/>
                    <a:pt x="1084" y="4658"/>
                    <a:pt x="1092" y="4658"/>
                  </a:cubicBezTo>
                  <a:cubicBezTo>
                    <a:pt x="1161" y="4658"/>
                    <a:pt x="1176" y="4559"/>
                    <a:pt x="1095" y="4532"/>
                  </a:cubicBezTo>
                  <a:cubicBezTo>
                    <a:pt x="0" y="4106"/>
                    <a:pt x="1307" y="793"/>
                    <a:pt x="1581" y="64"/>
                  </a:cubicBezTo>
                  <a:cubicBezTo>
                    <a:pt x="1581" y="26"/>
                    <a:pt x="1558" y="0"/>
                    <a:pt x="1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9"/>
            <p:cNvSpPr/>
            <p:nvPr/>
          </p:nvSpPr>
          <p:spPr>
            <a:xfrm>
              <a:off x="6663215" y="4022189"/>
              <a:ext cx="25150" cy="60257"/>
            </a:xfrm>
            <a:custGeom>
              <a:rect b="b" l="l" r="r" t="t"/>
              <a:pathLst>
                <a:path extrusionOk="0" h="1876" w="783">
                  <a:moveTo>
                    <a:pt x="107" y="0"/>
                  </a:moveTo>
                  <a:cubicBezTo>
                    <a:pt x="84" y="0"/>
                    <a:pt x="61" y="15"/>
                    <a:pt x="61" y="46"/>
                  </a:cubicBezTo>
                  <a:lnTo>
                    <a:pt x="61" y="76"/>
                  </a:lnTo>
                  <a:cubicBezTo>
                    <a:pt x="31" y="502"/>
                    <a:pt x="0" y="988"/>
                    <a:pt x="122" y="1414"/>
                  </a:cubicBezTo>
                  <a:cubicBezTo>
                    <a:pt x="183" y="1687"/>
                    <a:pt x="426" y="1778"/>
                    <a:pt x="699" y="1870"/>
                  </a:cubicBezTo>
                  <a:cubicBezTo>
                    <a:pt x="708" y="1874"/>
                    <a:pt x="715" y="1876"/>
                    <a:pt x="723" y="1876"/>
                  </a:cubicBezTo>
                  <a:cubicBezTo>
                    <a:pt x="767" y="1876"/>
                    <a:pt x="782" y="1800"/>
                    <a:pt x="730" y="1748"/>
                  </a:cubicBezTo>
                  <a:cubicBezTo>
                    <a:pt x="578" y="1657"/>
                    <a:pt x="365" y="1596"/>
                    <a:pt x="274" y="1414"/>
                  </a:cubicBezTo>
                  <a:cubicBezTo>
                    <a:pt x="213" y="1292"/>
                    <a:pt x="213" y="1079"/>
                    <a:pt x="183" y="958"/>
                  </a:cubicBezTo>
                  <a:cubicBezTo>
                    <a:pt x="152" y="654"/>
                    <a:pt x="152" y="350"/>
                    <a:pt x="152" y="46"/>
                  </a:cubicBezTo>
                  <a:cubicBezTo>
                    <a:pt x="152" y="15"/>
                    <a:pt x="130" y="0"/>
                    <a:pt x="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9"/>
            <p:cNvSpPr/>
            <p:nvPr/>
          </p:nvSpPr>
          <p:spPr>
            <a:xfrm>
              <a:off x="6677379" y="4031954"/>
              <a:ext cx="25889" cy="53480"/>
            </a:xfrm>
            <a:custGeom>
              <a:rect b="b" l="l" r="r" t="t"/>
              <a:pathLst>
                <a:path extrusionOk="0" h="1665" w="806">
                  <a:moveTo>
                    <a:pt x="228" y="0"/>
                  </a:moveTo>
                  <a:cubicBezTo>
                    <a:pt x="213" y="0"/>
                    <a:pt x="198" y="15"/>
                    <a:pt x="198" y="46"/>
                  </a:cubicBezTo>
                  <a:cubicBezTo>
                    <a:pt x="169" y="424"/>
                    <a:pt x="0" y="1664"/>
                    <a:pt x="678" y="1664"/>
                  </a:cubicBezTo>
                  <a:cubicBezTo>
                    <a:pt x="709" y="1664"/>
                    <a:pt x="741" y="1662"/>
                    <a:pt x="775" y="1657"/>
                  </a:cubicBezTo>
                  <a:cubicBezTo>
                    <a:pt x="806" y="1626"/>
                    <a:pt x="806" y="1566"/>
                    <a:pt x="775" y="1535"/>
                  </a:cubicBezTo>
                  <a:cubicBezTo>
                    <a:pt x="137" y="1383"/>
                    <a:pt x="289" y="562"/>
                    <a:pt x="258" y="46"/>
                  </a:cubicBezTo>
                  <a:cubicBezTo>
                    <a:pt x="258" y="15"/>
                    <a:pt x="243" y="0"/>
                    <a:pt x="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9"/>
            <p:cNvSpPr/>
            <p:nvPr/>
          </p:nvSpPr>
          <p:spPr>
            <a:xfrm>
              <a:off x="6695430" y="4039759"/>
              <a:ext cx="25407" cy="49336"/>
            </a:xfrm>
            <a:custGeom>
              <a:rect b="b" l="l" r="r" t="t"/>
              <a:pathLst>
                <a:path extrusionOk="0" h="1536" w="791">
                  <a:moveTo>
                    <a:pt x="350" y="0"/>
                  </a:moveTo>
                  <a:cubicBezTo>
                    <a:pt x="327" y="0"/>
                    <a:pt x="304" y="15"/>
                    <a:pt x="304" y="46"/>
                  </a:cubicBezTo>
                  <a:cubicBezTo>
                    <a:pt x="213" y="471"/>
                    <a:pt x="0" y="1414"/>
                    <a:pt x="669" y="1535"/>
                  </a:cubicBezTo>
                  <a:cubicBezTo>
                    <a:pt x="760" y="1535"/>
                    <a:pt x="791" y="1414"/>
                    <a:pt x="699" y="1383"/>
                  </a:cubicBezTo>
                  <a:cubicBezTo>
                    <a:pt x="183" y="1262"/>
                    <a:pt x="335" y="441"/>
                    <a:pt x="396" y="46"/>
                  </a:cubicBezTo>
                  <a:cubicBezTo>
                    <a:pt x="396" y="15"/>
                    <a:pt x="373" y="0"/>
                    <a:pt x="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9"/>
            <p:cNvSpPr/>
            <p:nvPr/>
          </p:nvSpPr>
          <p:spPr>
            <a:xfrm>
              <a:off x="6723727" y="3953840"/>
              <a:ext cx="8833" cy="93758"/>
            </a:xfrm>
            <a:custGeom>
              <a:rect b="b" l="l" r="r" t="t"/>
              <a:pathLst>
                <a:path extrusionOk="0" h="2919" w="275">
                  <a:moveTo>
                    <a:pt x="46" y="0"/>
                  </a:moveTo>
                  <a:cubicBezTo>
                    <a:pt x="24" y="0"/>
                    <a:pt x="1" y="16"/>
                    <a:pt x="1" y="46"/>
                  </a:cubicBezTo>
                  <a:cubicBezTo>
                    <a:pt x="62" y="988"/>
                    <a:pt x="31" y="1961"/>
                    <a:pt x="122" y="2873"/>
                  </a:cubicBezTo>
                  <a:cubicBezTo>
                    <a:pt x="122" y="2903"/>
                    <a:pt x="138" y="2918"/>
                    <a:pt x="153" y="2918"/>
                  </a:cubicBezTo>
                  <a:cubicBezTo>
                    <a:pt x="168" y="2918"/>
                    <a:pt x="183" y="2903"/>
                    <a:pt x="183" y="2873"/>
                  </a:cubicBezTo>
                  <a:cubicBezTo>
                    <a:pt x="274" y="1961"/>
                    <a:pt x="183" y="988"/>
                    <a:pt x="92" y="46"/>
                  </a:cubicBezTo>
                  <a:cubicBezTo>
                    <a:pt x="92" y="16"/>
                    <a:pt x="69" y="0"/>
                    <a:pt x="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9"/>
            <p:cNvSpPr/>
            <p:nvPr/>
          </p:nvSpPr>
          <p:spPr>
            <a:xfrm>
              <a:off x="6714959" y="4049523"/>
              <a:ext cx="11756" cy="35075"/>
            </a:xfrm>
            <a:custGeom>
              <a:rect b="b" l="l" r="r" t="t"/>
              <a:pathLst>
                <a:path extrusionOk="0" h="1092" w="366">
                  <a:moveTo>
                    <a:pt x="308" y="0"/>
                  </a:moveTo>
                  <a:cubicBezTo>
                    <a:pt x="289" y="0"/>
                    <a:pt x="274" y="15"/>
                    <a:pt x="274" y="46"/>
                  </a:cubicBezTo>
                  <a:cubicBezTo>
                    <a:pt x="274" y="380"/>
                    <a:pt x="0" y="715"/>
                    <a:pt x="0" y="1049"/>
                  </a:cubicBezTo>
                  <a:cubicBezTo>
                    <a:pt x="0" y="1070"/>
                    <a:pt x="31" y="1092"/>
                    <a:pt x="59" y="1092"/>
                  </a:cubicBezTo>
                  <a:cubicBezTo>
                    <a:pt x="71" y="1092"/>
                    <a:pt x="83" y="1088"/>
                    <a:pt x="91" y="1079"/>
                  </a:cubicBezTo>
                  <a:cubicBezTo>
                    <a:pt x="183" y="927"/>
                    <a:pt x="213" y="715"/>
                    <a:pt x="274" y="563"/>
                  </a:cubicBezTo>
                  <a:cubicBezTo>
                    <a:pt x="304" y="380"/>
                    <a:pt x="365" y="228"/>
                    <a:pt x="365" y="46"/>
                  </a:cubicBezTo>
                  <a:cubicBezTo>
                    <a:pt x="350" y="15"/>
                    <a:pt x="327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9"/>
            <p:cNvSpPr/>
            <p:nvPr/>
          </p:nvSpPr>
          <p:spPr>
            <a:xfrm>
              <a:off x="6722764" y="3725730"/>
              <a:ext cx="54700" cy="229754"/>
            </a:xfrm>
            <a:custGeom>
              <a:rect b="b" l="l" r="r" t="t"/>
              <a:pathLst>
                <a:path extrusionOk="0" h="7153" w="1703">
                  <a:moveTo>
                    <a:pt x="1647" y="0"/>
                  </a:moveTo>
                  <a:cubicBezTo>
                    <a:pt x="1628" y="0"/>
                    <a:pt x="1611" y="10"/>
                    <a:pt x="1611" y="36"/>
                  </a:cubicBezTo>
                  <a:cubicBezTo>
                    <a:pt x="1064" y="2346"/>
                    <a:pt x="274" y="4747"/>
                    <a:pt x="0" y="7118"/>
                  </a:cubicBezTo>
                  <a:cubicBezTo>
                    <a:pt x="0" y="7135"/>
                    <a:pt x="31" y="7153"/>
                    <a:pt x="57" y="7153"/>
                  </a:cubicBezTo>
                  <a:cubicBezTo>
                    <a:pt x="75" y="7153"/>
                    <a:pt x="92" y="7143"/>
                    <a:pt x="92" y="7118"/>
                  </a:cubicBezTo>
                  <a:cubicBezTo>
                    <a:pt x="456" y="4747"/>
                    <a:pt x="1156" y="2406"/>
                    <a:pt x="1703" y="36"/>
                  </a:cubicBezTo>
                  <a:cubicBezTo>
                    <a:pt x="1703" y="18"/>
                    <a:pt x="1672" y="0"/>
                    <a:pt x="1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9"/>
            <p:cNvSpPr/>
            <p:nvPr/>
          </p:nvSpPr>
          <p:spPr>
            <a:xfrm>
              <a:off x="6771906" y="3509729"/>
              <a:ext cx="97035" cy="222527"/>
            </a:xfrm>
            <a:custGeom>
              <a:rect b="b" l="l" r="r" t="t"/>
              <a:pathLst>
                <a:path extrusionOk="0" h="6928" w="3021">
                  <a:moveTo>
                    <a:pt x="2981" y="0"/>
                  </a:moveTo>
                  <a:cubicBezTo>
                    <a:pt x="2974" y="0"/>
                    <a:pt x="2969" y="4"/>
                    <a:pt x="2969" y="13"/>
                  </a:cubicBezTo>
                  <a:cubicBezTo>
                    <a:pt x="1966" y="2292"/>
                    <a:pt x="993" y="4542"/>
                    <a:pt x="21" y="6821"/>
                  </a:cubicBezTo>
                  <a:cubicBezTo>
                    <a:pt x="1" y="6881"/>
                    <a:pt x="46" y="6927"/>
                    <a:pt x="88" y="6927"/>
                  </a:cubicBezTo>
                  <a:cubicBezTo>
                    <a:pt x="110" y="6927"/>
                    <a:pt x="132" y="6914"/>
                    <a:pt x="142" y="6882"/>
                  </a:cubicBezTo>
                  <a:cubicBezTo>
                    <a:pt x="1145" y="4633"/>
                    <a:pt x="2240" y="2384"/>
                    <a:pt x="2999" y="43"/>
                  </a:cubicBezTo>
                  <a:cubicBezTo>
                    <a:pt x="3021" y="22"/>
                    <a:pt x="2997" y="0"/>
                    <a:pt x="29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9"/>
            <p:cNvSpPr/>
            <p:nvPr/>
          </p:nvSpPr>
          <p:spPr>
            <a:xfrm>
              <a:off x="6789154" y="3658858"/>
              <a:ext cx="16638" cy="207142"/>
            </a:xfrm>
            <a:custGeom>
              <a:rect b="b" l="l" r="r" t="t"/>
              <a:pathLst>
                <a:path extrusionOk="0" h="6449" w="518">
                  <a:moveTo>
                    <a:pt x="473" y="0"/>
                  </a:moveTo>
                  <a:cubicBezTo>
                    <a:pt x="456" y="0"/>
                    <a:pt x="439" y="8"/>
                    <a:pt x="426" y="20"/>
                  </a:cubicBezTo>
                  <a:cubicBezTo>
                    <a:pt x="152" y="2118"/>
                    <a:pt x="0" y="4336"/>
                    <a:pt x="396" y="6403"/>
                  </a:cubicBezTo>
                  <a:cubicBezTo>
                    <a:pt x="411" y="6434"/>
                    <a:pt x="441" y="6449"/>
                    <a:pt x="468" y="6449"/>
                  </a:cubicBezTo>
                  <a:cubicBezTo>
                    <a:pt x="494" y="6449"/>
                    <a:pt x="517" y="6434"/>
                    <a:pt x="517" y="6403"/>
                  </a:cubicBezTo>
                  <a:cubicBezTo>
                    <a:pt x="304" y="4245"/>
                    <a:pt x="456" y="2178"/>
                    <a:pt x="517" y="51"/>
                  </a:cubicBezTo>
                  <a:cubicBezTo>
                    <a:pt x="517" y="15"/>
                    <a:pt x="496" y="0"/>
                    <a:pt x="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9"/>
            <p:cNvSpPr/>
            <p:nvPr/>
          </p:nvSpPr>
          <p:spPr>
            <a:xfrm>
              <a:off x="6798918" y="3854239"/>
              <a:ext cx="206018" cy="9315"/>
            </a:xfrm>
            <a:custGeom>
              <a:rect b="b" l="l" r="r" t="t"/>
              <a:pathLst>
                <a:path extrusionOk="0" h="290" w="6414">
                  <a:moveTo>
                    <a:pt x="2945" y="0"/>
                  </a:moveTo>
                  <a:cubicBezTo>
                    <a:pt x="1991" y="0"/>
                    <a:pt x="1038" y="38"/>
                    <a:pt x="92" y="108"/>
                  </a:cubicBezTo>
                  <a:cubicBezTo>
                    <a:pt x="0" y="108"/>
                    <a:pt x="0" y="229"/>
                    <a:pt x="92" y="229"/>
                  </a:cubicBezTo>
                  <a:cubicBezTo>
                    <a:pt x="812" y="197"/>
                    <a:pt x="1533" y="184"/>
                    <a:pt x="2254" y="184"/>
                  </a:cubicBezTo>
                  <a:cubicBezTo>
                    <a:pt x="3603" y="184"/>
                    <a:pt x="4956" y="231"/>
                    <a:pt x="6323" y="290"/>
                  </a:cubicBezTo>
                  <a:cubicBezTo>
                    <a:pt x="6414" y="290"/>
                    <a:pt x="6414" y="168"/>
                    <a:pt x="6323" y="168"/>
                  </a:cubicBezTo>
                  <a:cubicBezTo>
                    <a:pt x="5202" y="53"/>
                    <a:pt x="4073" y="0"/>
                    <a:pt x="29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9"/>
            <p:cNvSpPr/>
            <p:nvPr/>
          </p:nvSpPr>
          <p:spPr>
            <a:xfrm>
              <a:off x="6963914" y="3509729"/>
              <a:ext cx="42977" cy="353930"/>
            </a:xfrm>
            <a:custGeom>
              <a:rect b="b" l="l" r="r" t="t"/>
              <a:pathLst>
                <a:path extrusionOk="0" h="11019" w="1338">
                  <a:moveTo>
                    <a:pt x="48" y="0"/>
                  </a:moveTo>
                  <a:cubicBezTo>
                    <a:pt x="31" y="0"/>
                    <a:pt x="0" y="22"/>
                    <a:pt x="0" y="43"/>
                  </a:cubicBezTo>
                  <a:cubicBezTo>
                    <a:pt x="487" y="1107"/>
                    <a:pt x="1064" y="2140"/>
                    <a:pt x="1155" y="3326"/>
                  </a:cubicBezTo>
                  <a:cubicBezTo>
                    <a:pt x="1216" y="4359"/>
                    <a:pt x="1003" y="5423"/>
                    <a:pt x="942" y="6457"/>
                  </a:cubicBezTo>
                  <a:cubicBezTo>
                    <a:pt x="851" y="7855"/>
                    <a:pt x="578" y="9618"/>
                    <a:pt x="1034" y="10986"/>
                  </a:cubicBezTo>
                  <a:cubicBezTo>
                    <a:pt x="1045" y="11009"/>
                    <a:pt x="1070" y="11019"/>
                    <a:pt x="1095" y="11019"/>
                  </a:cubicBezTo>
                  <a:cubicBezTo>
                    <a:pt x="1135" y="11019"/>
                    <a:pt x="1174" y="10993"/>
                    <a:pt x="1155" y="10955"/>
                  </a:cubicBezTo>
                  <a:cubicBezTo>
                    <a:pt x="608" y="8949"/>
                    <a:pt x="1125" y="6457"/>
                    <a:pt x="1246" y="4420"/>
                  </a:cubicBezTo>
                  <a:cubicBezTo>
                    <a:pt x="1338" y="2748"/>
                    <a:pt x="912" y="1472"/>
                    <a:pt x="61" y="13"/>
                  </a:cubicBezTo>
                  <a:cubicBezTo>
                    <a:pt x="61" y="4"/>
                    <a:pt x="56" y="0"/>
                    <a:pt x="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9"/>
            <p:cNvSpPr/>
            <p:nvPr/>
          </p:nvSpPr>
          <p:spPr>
            <a:xfrm>
              <a:off x="6755172" y="3565488"/>
              <a:ext cx="78662" cy="36553"/>
            </a:xfrm>
            <a:custGeom>
              <a:rect b="b" l="l" r="r" t="t"/>
              <a:pathLst>
                <a:path extrusionOk="0" h="1138" w="2449">
                  <a:moveTo>
                    <a:pt x="54" y="1"/>
                  </a:moveTo>
                  <a:cubicBezTo>
                    <a:pt x="16" y="1"/>
                    <a:pt x="0" y="45"/>
                    <a:pt x="25" y="70"/>
                  </a:cubicBezTo>
                  <a:cubicBezTo>
                    <a:pt x="724" y="526"/>
                    <a:pt x="1545" y="830"/>
                    <a:pt x="2335" y="1134"/>
                  </a:cubicBezTo>
                  <a:cubicBezTo>
                    <a:pt x="2343" y="1137"/>
                    <a:pt x="2351" y="1138"/>
                    <a:pt x="2358" y="1138"/>
                  </a:cubicBezTo>
                  <a:cubicBezTo>
                    <a:pt x="2431" y="1138"/>
                    <a:pt x="2448" y="1010"/>
                    <a:pt x="2365" y="982"/>
                  </a:cubicBezTo>
                  <a:cubicBezTo>
                    <a:pt x="1606" y="648"/>
                    <a:pt x="846" y="344"/>
                    <a:pt x="86" y="9"/>
                  </a:cubicBezTo>
                  <a:cubicBezTo>
                    <a:pt x="74" y="3"/>
                    <a:pt x="64" y="1"/>
                    <a:pt x="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9"/>
            <p:cNvSpPr/>
            <p:nvPr/>
          </p:nvSpPr>
          <p:spPr>
            <a:xfrm>
              <a:off x="6930703" y="3298096"/>
              <a:ext cx="32859" cy="48308"/>
            </a:xfrm>
            <a:custGeom>
              <a:rect b="b" l="l" r="r" t="t"/>
              <a:pathLst>
                <a:path extrusionOk="0" h="1504" w="1023">
                  <a:moveTo>
                    <a:pt x="515" y="0"/>
                  </a:moveTo>
                  <a:cubicBezTo>
                    <a:pt x="454" y="0"/>
                    <a:pt x="392" y="12"/>
                    <a:pt x="335" y="36"/>
                  </a:cubicBezTo>
                  <a:cubicBezTo>
                    <a:pt x="92" y="127"/>
                    <a:pt x="1" y="431"/>
                    <a:pt x="1" y="675"/>
                  </a:cubicBezTo>
                  <a:cubicBezTo>
                    <a:pt x="1" y="1063"/>
                    <a:pt x="259" y="1504"/>
                    <a:pt x="607" y="1504"/>
                  </a:cubicBezTo>
                  <a:cubicBezTo>
                    <a:pt x="721" y="1504"/>
                    <a:pt x="846" y="1456"/>
                    <a:pt x="973" y="1343"/>
                  </a:cubicBezTo>
                  <a:cubicBezTo>
                    <a:pt x="1023" y="1319"/>
                    <a:pt x="992" y="1274"/>
                    <a:pt x="947" y="1274"/>
                  </a:cubicBezTo>
                  <a:cubicBezTo>
                    <a:pt x="936" y="1274"/>
                    <a:pt x="924" y="1277"/>
                    <a:pt x="913" y="1282"/>
                  </a:cubicBezTo>
                  <a:cubicBezTo>
                    <a:pt x="811" y="1334"/>
                    <a:pt x="708" y="1375"/>
                    <a:pt x="606" y="1375"/>
                  </a:cubicBezTo>
                  <a:cubicBezTo>
                    <a:pt x="526" y="1375"/>
                    <a:pt x="446" y="1349"/>
                    <a:pt x="366" y="1282"/>
                  </a:cubicBezTo>
                  <a:cubicBezTo>
                    <a:pt x="214" y="1161"/>
                    <a:pt x="153" y="948"/>
                    <a:pt x="153" y="796"/>
                  </a:cubicBezTo>
                  <a:cubicBezTo>
                    <a:pt x="122" y="644"/>
                    <a:pt x="122" y="401"/>
                    <a:pt x="214" y="249"/>
                  </a:cubicBezTo>
                  <a:cubicBezTo>
                    <a:pt x="311" y="151"/>
                    <a:pt x="422" y="111"/>
                    <a:pt x="533" y="111"/>
                  </a:cubicBezTo>
                  <a:cubicBezTo>
                    <a:pt x="665" y="111"/>
                    <a:pt x="798" y="167"/>
                    <a:pt x="913" y="249"/>
                  </a:cubicBezTo>
                  <a:cubicBezTo>
                    <a:pt x="922" y="258"/>
                    <a:pt x="930" y="262"/>
                    <a:pt x="938" y="262"/>
                  </a:cubicBezTo>
                  <a:cubicBezTo>
                    <a:pt x="956" y="262"/>
                    <a:pt x="965" y="240"/>
                    <a:pt x="943" y="219"/>
                  </a:cubicBezTo>
                  <a:cubicBezTo>
                    <a:pt x="854" y="85"/>
                    <a:pt x="684" y="0"/>
                    <a:pt x="5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9"/>
            <p:cNvSpPr/>
            <p:nvPr/>
          </p:nvSpPr>
          <p:spPr>
            <a:xfrm>
              <a:off x="6916056" y="3333748"/>
              <a:ext cx="16638" cy="22163"/>
            </a:xfrm>
            <a:custGeom>
              <a:rect b="b" l="l" r="r" t="t"/>
              <a:pathLst>
                <a:path extrusionOk="0" h="690" w="518">
                  <a:moveTo>
                    <a:pt x="479" y="1"/>
                  </a:moveTo>
                  <a:cubicBezTo>
                    <a:pt x="467" y="1"/>
                    <a:pt x="457" y="8"/>
                    <a:pt x="457" y="20"/>
                  </a:cubicBezTo>
                  <a:cubicBezTo>
                    <a:pt x="426" y="142"/>
                    <a:pt x="335" y="264"/>
                    <a:pt x="274" y="355"/>
                  </a:cubicBezTo>
                  <a:cubicBezTo>
                    <a:pt x="183" y="446"/>
                    <a:pt x="92" y="537"/>
                    <a:pt x="31" y="628"/>
                  </a:cubicBezTo>
                  <a:cubicBezTo>
                    <a:pt x="1" y="628"/>
                    <a:pt x="31" y="689"/>
                    <a:pt x="62" y="689"/>
                  </a:cubicBezTo>
                  <a:cubicBezTo>
                    <a:pt x="305" y="598"/>
                    <a:pt x="457" y="294"/>
                    <a:pt x="518" y="51"/>
                  </a:cubicBezTo>
                  <a:cubicBezTo>
                    <a:pt x="518" y="15"/>
                    <a:pt x="497" y="1"/>
                    <a:pt x="4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9"/>
            <p:cNvSpPr/>
            <p:nvPr/>
          </p:nvSpPr>
          <p:spPr>
            <a:xfrm>
              <a:off x="6907288" y="3348620"/>
              <a:ext cx="25118" cy="17056"/>
            </a:xfrm>
            <a:custGeom>
              <a:rect b="b" l="l" r="r" t="t"/>
              <a:pathLst>
                <a:path extrusionOk="0" h="531" w="782">
                  <a:moveTo>
                    <a:pt x="731" y="1"/>
                  </a:moveTo>
                  <a:cubicBezTo>
                    <a:pt x="720" y="1"/>
                    <a:pt x="708" y="5"/>
                    <a:pt x="699" y="13"/>
                  </a:cubicBezTo>
                  <a:cubicBezTo>
                    <a:pt x="487" y="226"/>
                    <a:pt x="274" y="378"/>
                    <a:pt x="31" y="500"/>
                  </a:cubicBezTo>
                  <a:cubicBezTo>
                    <a:pt x="0" y="500"/>
                    <a:pt x="0" y="530"/>
                    <a:pt x="31" y="530"/>
                  </a:cubicBezTo>
                  <a:cubicBezTo>
                    <a:pt x="335" y="469"/>
                    <a:pt x="578" y="287"/>
                    <a:pt x="760" y="44"/>
                  </a:cubicBezTo>
                  <a:cubicBezTo>
                    <a:pt x="782" y="22"/>
                    <a:pt x="758" y="1"/>
                    <a:pt x="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9"/>
            <p:cNvSpPr/>
            <p:nvPr/>
          </p:nvSpPr>
          <p:spPr>
            <a:xfrm>
              <a:off x="6880918" y="3328384"/>
              <a:ext cx="13394" cy="43009"/>
            </a:xfrm>
            <a:custGeom>
              <a:rect b="b" l="l" r="r" t="t"/>
              <a:pathLst>
                <a:path extrusionOk="0" h="1339" w="417">
                  <a:moveTo>
                    <a:pt x="36" y="0"/>
                  </a:moveTo>
                  <a:cubicBezTo>
                    <a:pt x="17" y="0"/>
                    <a:pt x="1" y="10"/>
                    <a:pt x="1" y="36"/>
                  </a:cubicBezTo>
                  <a:cubicBezTo>
                    <a:pt x="31" y="461"/>
                    <a:pt x="122" y="917"/>
                    <a:pt x="305" y="1312"/>
                  </a:cubicBezTo>
                  <a:cubicBezTo>
                    <a:pt x="314" y="1331"/>
                    <a:pt x="329" y="1338"/>
                    <a:pt x="345" y="1338"/>
                  </a:cubicBezTo>
                  <a:cubicBezTo>
                    <a:pt x="380" y="1338"/>
                    <a:pt x="417" y="1303"/>
                    <a:pt x="396" y="1282"/>
                  </a:cubicBezTo>
                  <a:cubicBezTo>
                    <a:pt x="274" y="856"/>
                    <a:pt x="153" y="461"/>
                    <a:pt x="92" y="36"/>
                  </a:cubicBezTo>
                  <a:cubicBezTo>
                    <a:pt x="92" y="18"/>
                    <a:pt x="61" y="0"/>
                    <a:pt x="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9"/>
            <p:cNvSpPr/>
            <p:nvPr/>
          </p:nvSpPr>
          <p:spPr>
            <a:xfrm>
              <a:off x="6873113" y="3302657"/>
              <a:ext cx="7837" cy="49015"/>
            </a:xfrm>
            <a:custGeom>
              <a:rect b="b" l="l" r="r" t="t"/>
              <a:pathLst>
                <a:path extrusionOk="0" h="1526" w="244">
                  <a:moveTo>
                    <a:pt x="76" y="1"/>
                  </a:moveTo>
                  <a:cubicBezTo>
                    <a:pt x="54" y="1"/>
                    <a:pt x="31" y="16"/>
                    <a:pt x="31" y="46"/>
                  </a:cubicBezTo>
                  <a:cubicBezTo>
                    <a:pt x="0" y="502"/>
                    <a:pt x="0" y="1049"/>
                    <a:pt x="152" y="1505"/>
                  </a:cubicBezTo>
                  <a:cubicBezTo>
                    <a:pt x="165" y="1518"/>
                    <a:pt x="183" y="1525"/>
                    <a:pt x="199" y="1525"/>
                  </a:cubicBezTo>
                  <a:cubicBezTo>
                    <a:pt x="223" y="1525"/>
                    <a:pt x="244" y="1510"/>
                    <a:pt x="244" y="1475"/>
                  </a:cubicBezTo>
                  <a:cubicBezTo>
                    <a:pt x="183" y="988"/>
                    <a:pt x="92" y="533"/>
                    <a:pt x="122" y="46"/>
                  </a:cubicBezTo>
                  <a:cubicBezTo>
                    <a:pt x="122" y="16"/>
                    <a:pt x="9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9"/>
            <p:cNvSpPr/>
            <p:nvPr/>
          </p:nvSpPr>
          <p:spPr>
            <a:xfrm>
              <a:off x="6863349" y="3289970"/>
              <a:ext cx="4914" cy="24668"/>
            </a:xfrm>
            <a:custGeom>
              <a:rect b="b" l="l" r="r" t="t"/>
              <a:pathLst>
                <a:path extrusionOk="0" h="768" w="153">
                  <a:moveTo>
                    <a:pt x="107" y="0"/>
                  </a:moveTo>
                  <a:cubicBezTo>
                    <a:pt x="84" y="0"/>
                    <a:pt x="61" y="16"/>
                    <a:pt x="61" y="46"/>
                  </a:cubicBezTo>
                  <a:cubicBezTo>
                    <a:pt x="61" y="168"/>
                    <a:pt x="31" y="289"/>
                    <a:pt x="31" y="411"/>
                  </a:cubicBezTo>
                  <a:cubicBezTo>
                    <a:pt x="31" y="532"/>
                    <a:pt x="0" y="624"/>
                    <a:pt x="31" y="745"/>
                  </a:cubicBezTo>
                  <a:cubicBezTo>
                    <a:pt x="46" y="760"/>
                    <a:pt x="61" y="768"/>
                    <a:pt x="76" y="768"/>
                  </a:cubicBezTo>
                  <a:cubicBezTo>
                    <a:pt x="92" y="768"/>
                    <a:pt x="107" y="760"/>
                    <a:pt x="122" y="745"/>
                  </a:cubicBezTo>
                  <a:cubicBezTo>
                    <a:pt x="152" y="624"/>
                    <a:pt x="122" y="532"/>
                    <a:pt x="122" y="411"/>
                  </a:cubicBezTo>
                  <a:cubicBezTo>
                    <a:pt x="122" y="289"/>
                    <a:pt x="152" y="168"/>
                    <a:pt x="152" y="46"/>
                  </a:cubicBezTo>
                  <a:cubicBezTo>
                    <a:pt x="152" y="16"/>
                    <a:pt x="130" y="0"/>
                    <a:pt x="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9"/>
            <p:cNvSpPr/>
            <p:nvPr/>
          </p:nvSpPr>
          <p:spPr>
            <a:xfrm>
              <a:off x="6863542" y="3200647"/>
              <a:ext cx="75996" cy="42270"/>
            </a:xfrm>
            <a:custGeom>
              <a:rect b="b" l="l" r="r" t="t"/>
              <a:pathLst>
                <a:path extrusionOk="0" h="1316" w="2366">
                  <a:moveTo>
                    <a:pt x="2365" y="0"/>
                  </a:moveTo>
                  <a:cubicBezTo>
                    <a:pt x="1514" y="213"/>
                    <a:pt x="694" y="669"/>
                    <a:pt x="25" y="1247"/>
                  </a:cubicBezTo>
                  <a:cubicBezTo>
                    <a:pt x="0" y="1271"/>
                    <a:pt x="35" y="1316"/>
                    <a:pt x="66" y="1316"/>
                  </a:cubicBezTo>
                  <a:cubicBezTo>
                    <a:pt x="73" y="1316"/>
                    <a:pt x="80" y="1313"/>
                    <a:pt x="86" y="1307"/>
                  </a:cubicBezTo>
                  <a:cubicBezTo>
                    <a:pt x="785" y="760"/>
                    <a:pt x="1514" y="335"/>
                    <a:pt x="2365" y="31"/>
                  </a:cubicBezTo>
                  <a:cubicBezTo>
                    <a:pt x="2365" y="0"/>
                    <a:pt x="2365" y="0"/>
                    <a:pt x="2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9"/>
            <p:cNvSpPr/>
            <p:nvPr/>
          </p:nvSpPr>
          <p:spPr>
            <a:xfrm>
              <a:off x="6855544" y="3242948"/>
              <a:ext cx="16221" cy="58362"/>
            </a:xfrm>
            <a:custGeom>
              <a:rect b="b" l="l" r="r" t="t"/>
              <a:pathLst>
                <a:path extrusionOk="0" h="1817" w="505">
                  <a:moveTo>
                    <a:pt x="458" y="1"/>
                  </a:moveTo>
                  <a:cubicBezTo>
                    <a:pt x="441" y="1"/>
                    <a:pt x="426" y="8"/>
                    <a:pt x="426" y="21"/>
                  </a:cubicBezTo>
                  <a:cubicBezTo>
                    <a:pt x="213" y="537"/>
                    <a:pt x="0" y="1206"/>
                    <a:pt x="61" y="1753"/>
                  </a:cubicBezTo>
                  <a:cubicBezTo>
                    <a:pt x="61" y="1791"/>
                    <a:pt x="96" y="1817"/>
                    <a:pt x="123" y="1817"/>
                  </a:cubicBezTo>
                  <a:cubicBezTo>
                    <a:pt x="139" y="1817"/>
                    <a:pt x="152" y="1807"/>
                    <a:pt x="152" y="1784"/>
                  </a:cubicBezTo>
                  <a:cubicBezTo>
                    <a:pt x="243" y="1480"/>
                    <a:pt x="243" y="1206"/>
                    <a:pt x="304" y="902"/>
                  </a:cubicBezTo>
                  <a:cubicBezTo>
                    <a:pt x="365" y="629"/>
                    <a:pt x="426" y="325"/>
                    <a:pt x="487" y="51"/>
                  </a:cubicBezTo>
                  <a:cubicBezTo>
                    <a:pt x="504" y="15"/>
                    <a:pt x="481" y="1"/>
                    <a:pt x="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9"/>
            <p:cNvSpPr/>
            <p:nvPr/>
          </p:nvSpPr>
          <p:spPr>
            <a:xfrm>
              <a:off x="6943390" y="3198687"/>
              <a:ext cx="90707" cy="32441"/>
            </a:xfrm>
            <a:custGeom>
              <a:rect b="b" l="l" r="r" t="t"/>
              <a:pathLst>
                <a:path extrusionOk="0" h="1010" w="2824">
                  <a:moveTo>
                    <a:pt x="62" y="1"/>
                  </a:moveTo>
                  <a:cubicBezTo>
                    <a:pt x="31" y="1"/>
                    <a:pt x="1" y="61"/>
                    <a:pt x="31" y="61"/>
                  </a:cubicBezTo>
                  <a:cubicBezTo>
                    <a:pt x="943" y="365"/>
                    <a:pt x="1855" y="760"/>
                    <a:pt x="2767" y="1004"/>
                  </a:cubicBezTo>
                  <a:cubicBezTo>
                    <a:pt x="2771" y="1008"/>
                    <a:pt x="2776" y="1010"/>
                    <a:pt x="2780" y="1010"/>
                  </a:cubicBezTo>
                  <a:cubicBezTo>
                    <a:pt x="2805" y="1010"/>
                    <a:pt x="2823" y="943"/>
                    <a:pt x="2797" y="943"/>
                  </a:cubicBezTo>
                  <a:cubicBezTo>
                    <a:pt x="1977" y="487"/>
                    <a:pt x="974" y="213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9"/>
            <p:cNvSpPr/>
            <p:nvPr/>
          </p:nvSpPr>
          <p:spPr>
            <a:xfrm>
              <a:off x="7031557" y="3232991"/>
              <a:ext cx="21713" cy="37484"/>
            </a:xfrm>
            <a:custGeom>
              <a:rect b="b" l="l" r="r" t="t"/>
              <a:pathLst>
                <a:path extrusionOk="0" h="1167" w="676">
                  <a:moveTo>
                    <a:pt x="63" y="1"/>
                  </a:moveTo>
                  <a:cubicBezTo>
                    <a:pt x="38" y="1"/>
                    <a:pt x="1" y="36"/>
                    <a:pt x="22" y="57"/>
                  </a:cubicBezTo>
                  <a:cubicBezTo>
                    <a:pt x="204" y="422"/>
                    <a:pt x="447" y="756"/>
                    <a:pt x="569" y="1121"/>
                  </a:cubicBezTo>
                  <a:cubicBezTo>
                    <a:pt x="584" y="1151"/>
                    <a:pt x="615" y="1167"/>
                    <a:pt x="637" y="1167"/>
                  </a:cubicBezTo>
                  <a:cubicBezTo>
                    <a:pt x="660" y="1167"/>
                    <a:pt x="675" y="1151"/>
                    <a:pt x="660" y="1121"/>
                  </a:cubicBezTo>
                  <a:cubicBezTo>
                    <a:pt x="569" y="726"/>
                    <a:pt x="295" y="392"/>
                    <a:pt x="83" y="27"/>
                  </a:cubicBezTo>
                  <a:cubicBezTo>
                    <a:pt x="83" y="8"/>
                    <a:pt x="74" y="1"/>
                    <a:pt x="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9"/>
            <p:cNvSpPr/>
            <p:nvPr/>
          </p:nvSpPr>
          <p:spPr>
            <a:xfrm>
              <a:off x="6961955" y="3286887"/>
              <a:ext cx="22066" cy="20460"/>
            </a:xfrm>
            <a:custGeom>
              <a:rect b="b" l="l" r="r" t="t"/>
              <a:pathLst>
                <a:path extrusionOk="0" h="637" w="687">
                  <a:moveTo>
                    <a:pt x="672" y="1"/>
                  </a:moveTo>
                  <a:cubicBezTo>
                    <a:pt x="664" y="1"/>
                    <a:pt x="651" y="8"/>
                    <a:pt x="639" y="21"/>
                  </a:cubicBezTo>
                  <a:cubicBezTo>
                    <a:pt x="548" y="142"/>
                    <a:pt x="426" y="233"/>
                    <a:pt x="304" y="324"/>
                  </a:cubicBezTo>
                  <a:cubicBezTo>
                    <a:pt x="213" y="416"/>
                    <a:pt x="92" y="476"/>
                    <a:pt x="0" y="568"/>
                  </a:cubicBezTo>
                  <a:cubicBezTo>
                    <a:pt x="0" y="592"/>
                    <a:pt x="20" y="637"/>
                    <a:pt x="44" y="637"/>
                  </a:cubicBezTo>
                  <a:cubicBezTo>
                    <a:pt x="50" y="637"/>
                    <a:pt x="55" y="634"/>
                    <a:pt x="61" y="628"/>
                  </a:cubicBezTo>
                  <a:cubicBezTo>
                    <a:pt x="183" y="598"/>
                    <a:pt x="304" y="476"/>
                    <a:pt x="396" y="385"/>
                  </a:cubicBezTo>
                  <a:cubicBezTo>
                    <a:pt x="517" y="294"/>
                    <a:pt x="608" y="172"/>
                    <a:pt x="669" y="51"/>
                  </a:cubicBezTo>
                  <a:cubicBezTo>
                    <a:pt x="687" y="15"/>
                    <a:pt x="684" y="1"/>
                    <a:pt x="6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9"/>
            <p:cNvSpPr/>
            <p:nvPr/>
          </p:nvSpPr>
          <p:spPr>
            <a:xfrm>
              <a:off x="6974931" y="3276384"/>
              <a:ext cx="26114" cy="32088"/>
            </a:xfrm>
            <a:custGeom>
              <a:rect b="b" l="l" r="r" t="t"/>
              <a:pathLst>
                <a:path extrusionOk="0" h="999" w="813">
                  <a:moveTo>
                    <a:pt x="777" y="1"/>
                  </a:moveTo>
                  <a:cubicBezTo>
                    <a:pt x="769" y="1"/>
                    <a:pt x="760" y="4"/>
                    <a:pt x="751" y="13"/>
                  </a:cubicBezTo>
                  <a:cubicBezTo>
                    <a:pt x="660" y="226"/>
                    <a:pt x="508" y="378"/>
                    <a:pt x="387" y="560"/>
                  </a:cubicBezTo>
                  <a:cubicBezTo>
                    <a:pt x="265" y="682"/>
                    <a:pt x="113" y="803"/>
                    <a:pt x="22" y="955"/>
                  </a:cubicBezTo>
                  <a:cubicBezTo>
                    <a:pt x="0" y="977"/>
                    <a:pt x="9" y="998"/>
                    <a:pt x="27" y="998"/>
                  </a:cubicBezTo>
                  <a:cubicBezTo>
                    <a:pt x="35" y="998"/>
                    <a:pt x="43" y="995"/>
                    <a:pt x="52" y="986"/>
                  </a:cubicBezTo>
                  <a:cubicBezTo>
                    <a:pt x="417" y="864"/>
                    <a:pt x="660" y="378"/>
                    <a:pt x="812" y="44"/>
                  </a:cubicBezTo>
                  <a:cubicBezTo>
                    <a:pt x="812" y="22"/>
                    <a:pt x="797" y="1"/>
                    <a:pt x="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9"/>
            <p:cNvSpPr/>
            <p:nvPr/>
          </p:nvSpPr>
          <p:spPr>
            <a:xfrm>
              <a:off x="6990252" y="3275966"/>
              <a:ext cx="30996" cy="28201"/>
            </a:xfrm>
            <a:custGeom>
              <a:rect b="b" l="l" r="r" t="t"/>
              <a:pathLst>
                <a:path extrusionOk="0" h="878" w="965">
                  <a:moveTo>
                    <a:pt x="903" y="1"/>
                  </a:moveTo>
                  <a:cubicBezTo>
                    <a:pt x="888" y="1"/>
                    <a:pt x="870" y="8"/>
                    <a:pt x="852" y="26"/>
                  </a:cubicBezTo>
                  <a:cubicBezTo>
                    <a:pt x="730" y="209"/>
                    <a:pt x="609" y="361"/>
                    <a:pt x="457" y="482"/>
                  </a:cubicBezTo>
                  <a:cubicBezTo>
                    <a:pt x="305" y="604"/>
                    <a:pt x="153" y="695"/>
                    <a:pt x="1" y="816"/>
                  </a:cubicBezTo>
                  <a:cubicBezTo>
                    <a:pt x="1" y="847"/>
                    <a:pt x="1" y="877"/>
                    <a:pt x="62" y="877"/>
                  </a:cubicBezTo>
                  <a:cubicBezTo>
                    <a:pt x="244" y="847"/>
                    <a:pt x="396" y="695"/>
                    <a:pt x="548" y="573"/>
                  </a:cubicBezTo>
                  <a:cubicBezTo>
                    <a:pt x="700" y="421"/>
                    <a:pt x="852" y="269"/>
                    <a:pt x="943" y="87"/>
                  </a:cubicBezTo>
                  <a:cubicBezTo>
                    <a:pt x="965" y="44"/>
                    <a:pt x="941" y="1"/>
                    <a:pt x="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9"/>
            <p:cNvSpPr/>
            <p:nvPr/>
          </p:nvSpPr>
          <p:spPr>
            <a:xfrm>
              <a:off x="7008816" y="3278343"/>
              <a:ext cx="22195" cy="18983"/>
            </a:xfrm>
            <a:custGeom>
              <a:rect b="b" l="l" r="r" t="t"/>
              <a:pathLst>
                <a:path extrusionOk="0" h="591" w="691">
                  <a:moveTo>
                    <a:pt x="640" y="0"/>
                  </a:moveTo>
                  <a:cubicBezTo>
                    <a:pt x="629" y="0"/>
                    <a:pt x="617" y="4"/>
                    <a:pt x="608" y="13"/>
                  </a:cubicBezTo>
                  <a:cubicBezTo>
                    <a:pt x="396" y="165"/>
                    <a:pt x="274" y="469"/>
                    <a:pt x="31" y="560"/>
                  </a:cubicBezTo>
                  <a:cubicBezTo>
                    <a:pt x="0" y="560"/>
                    <a:pt x="0" y="590"/>
                    <a:pt x="31" y="590"/>
                  </a:cubicBezTo>
                  <a:cubicBezTo>
                    <a:pt x="152" y="590"/>
                    <a:pt x="244" y="499"/>
                    <a:pt x="365" y="408"/>
                  </a:cubicBezTo>
                  <a:cubicBezTo>
                    <a:pt x="487" y="317"/>
                    <a:pt x="608" y="195"/>
                    <a:pt x="669" y="43"/>
                  </a:cubicBezTo>
                  <a:cubicBezTo>
                    <a:pt x="691" y="22"/>
                    <a:pt x="667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9"/>
            <p:cNvSpPr/>
            <p:nvPr/>
          </p:nvSpPr>
          <p:spPr>
            <a:xfrm>
              <a:off x="7026578" y="3269960"/>
              <a:ext cx="21328" cy="20814"/>
            </a:xfrm>
            <a:custGeom>
              <a:rect b="b" l="l" r="r" t="t"/>
              <a:pathLst>
                <a:path extrusionOk="0" h="648" w="664">
                  <a:moveTo>
                    <a:pt x="633" y="0"/>
                  </a:moveTo>
                  <a:cubicBezTo>
                    <a:pt x="511" y="61"/>
                    <a:pt x="450" y="213"/>
                    <a:pt x="390" y="304"/>
                  </a:cubicBezTo>
                  <a:cubicBezTo>
                    <a:pt x="268" y="426"/>
                    <a:pt x="147" y="517"/>
                    <a:pt x="25" y="608"/>
                  </a:cubicBezTo>
                  <a:cubicBezTo>
                    <a:pt x="1" y="608"/>
                    <a:pt x="15" y="647"/>
                    <a:pt x="38" y="647"/>
                  </a:cubicBezTo>
                  <a:cubicBezTo>
                    <a:pt x="43" y="647"/>
                    <a:pt x="49" y="645"/>
                    <a:pt x="55" y="639"/>
                  </a:cubicBezTo>
                  <a:cubicBezTo>
                    <a:pt x="207" y="578"/>
                    <a:pt x="329" y="487"/>
                    <a:pt x="450" y="365"/>
                  </a:cubicBezTo>
                  <a:cubicBezTo>
                    <a:pt x="542" y="274"/>
                    <a:pt x="663" y="152"/>
                    <a:pt x="663" y="31"/>
                  </a:cubicBezTo>
                  <a:cubicBezTo>
                    <a:pt x="663" y="0"/>
                    <a:pt x="633" y="0"/>
                    <a:pt x="6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9"/>
            <p:cNvSpPr/>
            <p:nvPr/>
          </p:nvSpPr>
          <p:spPr>
            <a:xfrm>
              <a:off x="6993207" y="3745419"/>
              <a:ext cx="92763" cy="70311"/>
            </a:xfrm>
            <a:custGeom>
              <a:rect b="b" l="l" r="r" t="t"/>
              <a:pathLst>
                <a:path extrusionOk="0" h="2189" w="2888">
                  <a:moveTo>
                    <a:pt x="61" y="0"/>
                  </a:moveTo>
                  <a:cubicBezTo>
                    <a:pt x="30" y="0"/>
                    <a:pt x="0" y="30"/>
                    <a:pt x="30" y="61"/>
                  </a:cubicBezTo>
                  <a:cubicBezTo>
                    <a:pt x="486" y="486"/>
                    <a:pt x="1034" y="882"/>
                    <a:pt x="1520" y="1277"/>
                  </a:cubicBezTo>
                  <a:cubicBezTo>
                    <a:pt x="1945" y="1611"/>
                    <a:pt x="2341" y="1945"/>
                    <a:pt x="2796" y="2189"/>
                  </a:cubicBezTo>
                  <a:cubicBezTo>
                    <a:pt x="2827" y="2189"/>
                    <a:pt x="2888" y="2128"/>
                    <a:pt x="2827" y="2097"/>
                  </a:cubicBezTo>
                  <a:cubicBezTo>
                    <a:pt x="1976" y="1368"/>
                    <a:pt x="1003" y="638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9"/>
            <p:cNvSpPr/>
            <p:nvPr/>
          </p:nvSpPr>
          <p:spPr>
            <a:xfrm>
              <a:off x="7099617" y="3819454"/>
              <a:ext cx="20525" cy="56563"/>
            </a:xfrm>
            <a:custGeom>
              <a:rect b="b" l="l" r="r" t="t"/>
              <a:pathLst>
                <a:path extrusionOk="0" h="1761" w="639">
                  <a:moveTo>
                    <a:pt x="43" y="0"/>
                  </a:moveTo>
                  <a:cubicBezTo>
                    <a:pt x="20" y="0"/>
                    <a:pt x="0" y="18"/>
                    <a:pt x="0" y="35"/>
                  </a:cubicBezTo>
                  <a:cubicBezTo>
                    <a:pt x="152" y="613"/>
                    <a:pt x="304" y="1251"/>
                    <a:pt x="578" y="1738"/>
                  </a:cubicBezTo>
                  <a:cubicBezTo>
                    <a:pt x="593" y="1753"/>
                    <a:pt x="608" y="1760"/>
                    <a:pt x="620" y="1760"/>
                  </a:cubicBezTo>
                  <a:cubicBezTo>
                    <a:pt x="631" y="1760"/>
                    <a:pt x="639" y="1753"/>
                    <a:pt x="639" y="1738"/>
                  </a:cubicBezTo>
                  <a:cubicBezTo>
                    <a:pt x="578" y="1160"/>
                    <a:pt x="304" y="552"/>
                    <a:pt x="91" y="35"/>
                  </a:cubicBezTo>
                  <a:cubicBezTo>
                    <a:pt x="79" y="10"/>
                    <a:pt x="60" y="0"/>
                    <a:pt x="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9"/>
            <p:cNvSpPr/>
            <p:nvPr/>
          </p:nvSpPr>
          <p:spPr>
            <a:xfrm>
              <a:off x="7094735" y="3841327"/>
              <a:ext cx="19561" cy="31028"/>
            </a:xfrm>
            <a:custGeom>
              <a:rect b="b" l="l" r="r" t="t"/>
              <a:pathLst>
                <a:path extrusionOk="0" h="966" w="609">
                  <a:moveTo>
                    <a:pt x="91" y="0"/>
                  </a:moveTo>
                  <a:cubicBezTo>
                    <a:pt x="76" y="0"/>
                    <a:pt x="61" y="8"/>
                    <a:pt x="61" y="23"/>
                  </a:cubicBezTo>
                  <a:cubicBezTo>
                    <a:pt x="0" y="236"/>
                    <a:pt x="61" y="479"/>
                    <a:pt x="152" y="662"/>
                  </a:cubicBezTo>
                  <a:cubicBezTo>
                    <a:pt x="243" y="783"/>
                    <a:pt x="395" y="965"/>
                    <a:pt x="578" y="965"/>
                  </a:cubicBezTo>
                  <a:cubicBezTo>
                    <a:pt x="608" y="965"/>
                    <a:pt x="608" y="905"/>
                    <a:pt x="608" y="874"/>
                  </a:cubicBezTo>
                  <a:cubicBezTo>
                    <a:pt x="547" y="844"/>
                    <a:pt x="487" y="813"/>
                    <a:pt x="426" y="783"/>
                  </a:cubicBezTo>
                  <a:cubicBezTo>
                    <a:pt x="365" y="722"/>
                    <a:pt x="304" y="631"/>
                    <a:pt x="274" y="570"/>
                  </a:cubicBezTo>
                  <a:cubicBezTo>
                    <a:pt x="152" y="388"/>
                    <a:pt x="152" y="206"/>
                    <a:pt x="122" y="23"/>
                  </a:cubicBezTo>
                  <a:cubicBezTo>
                    <a:pt x="122" y="8"/>
                    <a:pt x="107" y="0"/>
                    <a:pt x="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9"/>
            <p:cNvSpPr/>
            <p:nvPr/>
          </p:nvSpPr>
          <p:spPr>
            <a:xfrm>
              <a:off x="7065442" y="3825717"/>
              <a:ext cx="32248" cy="32441"/>
            </a:xfrm>
            <a:custGeom>
              <a:rect b="b" l="l" r="r" t="t"/>
              <a:pathLst>
                <a:path extrusionOk="0" h="1010" w="1004">
                  <a:moveTo>
                    <a:pt x="31" y="0"/>
                  </a:moveTo>
                  <a:cubicBezTo>
                    <a:pt x="16" y="0"/>
                    <a:pt x="0" y="8"/>
                    <a:pt x="0" y="23"/>
                  </a:cubicBezTo>
                  <a:cubicBezTo>
                    <a:pt x="0" y="144"/>
                    <a:pt x="0" y="296"/>
                    <a:pt x="61" y="388"/>
                  </a:cubicBezTo>
                  <a:cubicBezTo>
                    <a:pt x="122" y="509"/>
                    <a:pt x="213" y="631"/>
                    <a:pt x="304" y="722"/>
                  </a:cubicBezTo>
                  <a:cubicBezTo>
                    <a:pt x="433" y="876"/>
                    <a:pt x="627" y="1009"/>
                    <a:pt x="831" y="1009"/>
                  </a:cubicBezTo>
                  <a:cubicBezTo>
                    <a:pt x="868" y="1009"/>
                    <a:pt x="905" y="1005"/>
                    <a:pt x="943" y="996"/>
                  </a:cubicBezTo>
                  <a:cubicBezTo>
                    <a:pt x="1003" y="996"/>
                    <a:pt x="1003" y="904"/>
                    <a:pt x="943" y="874"/>
                  </a:cubicBezTo>
                  <a:cubicBezTo>
                    <a:pt x="851" y="844"/>
                    <a:pt x="760" y="844"/>
                    <a:pt x="669" y="813"/>
                  </a:cubicBezTo>
                  <a:cubicBezTo>
                    <a:pt x="547" y="783"/>
                    <a:pt x="456" y="692"/>
                    <a:pt x="396" y="600"/>
                  </a:cubicBezTo>
                  <a:cubicBezTo>
                    <a:pt x="244" y="418"/>
                    <a:pt x="92" y="266"/>
                    <a:pt x="61" y="23"/>
                  </a:cubicBezTo>
                  <a:cubicBezTo>
                    <a:pt x="61" y="8"/>
                    <a:pt x="46" y="0"/>
                    <a:pt x="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9"/>
            <p:cNvSpPr/>
            <p:nvPr/>
          </p:nvSpPr>
          <p:spPr>
            <a:xfrm>
              <a:off x="7090817" y="3814732"/>
              <a:ext cx="40857" cy="33469"/>
            </a:xfrm>
            <a:custGeom>
              <a:rect b="b" l="l" r="r" t="t"/>
              <a:pathLst>
                <a:path extrusionOk="0" h="1042" w="1272">
                  <a:moveTo>
                    <a:pt x="61" y="0"/>
                  </a:moveTo>
                  <a:cubicBezTo>
                    <a:pt x="31" y="0"/>
                    <a:pt x="1" y="31"/>
                    <a:pt x="31" y="61"/>
                  </a:cubicBezTo>
                  <a:cubicBezTo>
                    <a:pt x="274" y="243"/>
                    <a:pt x="487" y="395"/>
                    <a:pt x="700" y="578"/>
                  </a:cubicBezTo>
                  <a:cubicBezTo>
                    <a:pt x="852" y="730"/>
                    <a:pt x="1034" y="912"/>
                    <a:pt x="1216" y="1034"/>
                  </a:cubicBezTo>
                  <a:cubicBezTo>
                    <a:pt x="1222" y="1039"/>
                    <a:pt x="1228" y="1042"/>
                    <a:pt x="1233" y="1042"/>
                  </a:cubicBezTo>
                  <a:cubicBezTo>
                    <a:pt x="1256" y="1042"/>
                    <a:pt x="1271" y="997"/>
                    <a:pt x="1247" y="973"/>
                  </a:cubicBezTo>
                  <a:cubicBezTo>
                    <a:pt x="973" y="608"/>
                    <a:pt x="457" y="274"/>
                    <a:pt x="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9"/>
            <p:cNvSpPr/>
            <p:nvPr/>
          </p:nvSpPr>
          <p:spPr>
            <a:xfrm>
              <a:off x="7130837" y="3847172"/>
              <a:ext cx="7869" cy="31670"/>
            </a:xfrm>
            <a:custGeom>
              <a:rect b="b" l="l" r="r" t="t"/>
              <a:pathLst>
                <a:path extrusionOk="0" h="986" w="245">
                  <a:moveTo>
                    <a:pt x="31" y="1"/>
                  </a:moveTo>
                  <a:cubicBezTo>
                    <a:pt x="16" y="1"/>
                    <a:pt x="1" y="8"/>
                    <a:pt x="1" y="24"/>
                  </a:cubicBezTo>
                  <a:cubicBezTo>
                    <a:pt x="31" y="328"/>
                    <a:pt x="62" y="662"/>
                    <a:pt x="153" y="966"/>
                  </a:cubicBezTo>
                  <a:cubicBezTo>
                    <a:pt x="153" y="978"/>
                    <a:pt x="169" y="986"/>
                    <a:pt x="187" y="986"/>
                  </a:cubicBezTo>
                  <a:cubicBezTo>
                    <a:pt x="213" y="986"/>
                    <a:pt x="244" y="971"/>
                    <a:pt x="244" y="935"/>
                  </a:cubicBezTo>
                  <a:cubicBezTo>
                    <a:pt x="244" y="631"/>
                    <a:pt x="153" y="297"/>
                    <a:pt x="62" y="24"/>
                  </a:cubicBezTo>
                  <a:cubicBezTo>
                    <a:pt x="62" y="8"/>
                    <a:pt x="46" y="1"/>
                    <a:pt x="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9"/>
            <p:cNvSpPr/>
            <p:nvPr/>
          </p:nvSpPr>
          <p:spPr>
            <a:xfrm>
              <a:off x="7100581" y="3878745"/>
              <a:ext cx="36842" cy="26081"/>
            </a:xfrm>
            <a:custGeom>
              <a:rect b="b" l="l" r="r" t="t"/>
              <a:pathLst>
                <a:path extrusionOk="0" h="812" w="1147">
                  <a:moveTo>
                    <a:pt x="1120" y="1"/>
                  </a:moveTo>
                  <a:cubicBezTo>
                    <a:pt x="1113" y="1"/>
                    <a:pt x="1104" y="4"/>
                    <a:pt x="1095" y="13"/>
                  </a:cubicBezTo>
                  <a:cubicBezTo>
                    <a:pt x="882" y="135"/>
                    <a:pt x="730" y="287"/>
                    <a:pt x="517" y="439"/>
                  </a:cubicBezTo>
                  <a:cubicBezTo>
                    <a:pt x="335" y="530"/>
                    <a:pt x="122" y="591"/>
                    <a:pt x="1" y="743"/>
                  </a:cubicBezTo>
                  <a:cubicBezTo>
                    <a:pt x="1" y="767"/>
                    <a:pt x="21" y="812"/>
                    <a:pt x="44" y="812"/>
                  </a:cubicBezTo>
                  <a:cubicBezTo>
                    <a:pt x="50" y="812"/>
                    <a:pt x="56" y="809"/>
                    <a:pt x="61" y="804"/>
                  </a:cubicBezTo>
                  <a:cubicBezTo>
                    <a:pt x="426" y="652"/>
                    <a:pt x="882" y="378"/>
                    <a:pt x="1125" y="44"/>
                  </a:cubicBezTo>
                  <a:cubicBezTo>
                    <a:pt x="1147" y="22"/>
                    <a:pt x="1138" y="1"/>
                    <a:pt x="1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9"/>
            <p:cNvSpPr/>
            <p:nvPr/>
          </p:nvSpPr>
          <p:spPr>
            <a:xfrm>
              <a:off x="7070325" y="3890854"/>
              <a:ext cx="32248" cy="15225"/>
            </a:xfrm>
            <a:custGeom>
              <a:rect b="b" l="l" r="r" t="t"/>
              <a:pathLst>
                <a:path extrusionOk="0" h="474" w="1004">
                  <a:moveTo>
                    <a:pt x="61" y="1"/>
                  </a:moveTo>
                  <a:cubicBezTo>
                    <a:pt x="31" y="1"/>
                    <a:pt x="0" y="62"/>
                    <a:pt x="31" y="92"/>
                  </a:cubicBezTo>
                  <a:cubicBezTo>
                    <a:pt x="213" y="183"/>
                    <a:pt x="426" y="244"/>
                    <a:pt x="608" y="335"/>
                  </a:cubicBezTo>
                  <a:cubicBezTo>
                    <a:pt x="707" y="385"/>
                    <a:pt x="785" y="473"/>
                    <a:pt x="876" y="473"/>
                  </a:cubicBezTo>
                  <a:cubicBezTo>
                    <a:pt x="897" y="473"/>
                    <a:pt x="919" y="469"/>
                    <a:pt x="943" y="457"/>
                  </a:cubicBezTo>
                  <a:cubicBezTo>
                    <a:pt x="1003" y="427"/>
                    <a:pt x="973" y="366"/>
                    <a:pt x="943" y="366"/>
                  </a:cubicBezTo>
                  <a:cubicBezTo>
                    <a:pt x="791" y="305"/>
                    <a:pt x="669" y="244"/>
                    <a:pt x="547" y="183"/>
                  </a:cubicBezTo>
                  <a:cubicBezTo>
                    <a:pt x="395" y="123"/>
                    <a:pt x="213" y="62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9"/>
            <p:cNvSpPr/>
            <p:nvPr/>
          </p:nvSpPr>
          <p:spPr>
            <a:xfrm>
              <a:off x="7074500" y="3883017"/>
              <a:ext cx="26917" cy="7163"/>
            </a:xfrm>
            <a:custGeom>
              <a:rect b="b" l="l" r="r" t="t"/>
              <a:pathLst>
                <a:path extrusionOk="0" h="223" w="838">
                  <a:moveTo>
                    <a:pt x="384" y="1"/>
                  </a:moveTo>
                  <a:cubicBezTo>
                    <a:pt x="258" y="1"/>
                    <a:pt x="134" y="40"/>
                    <a:pt x="22" y="123"/>
                  </a:cubicBezTo>
                  <a:cubicBezTo>
                    <a:pt x="1" y="145"/>
                    <a:pt x="10" y="166"/>
                    <a:pt x="28" y="166"/>
                  </a:cubicBezTo>
                  <a:cubicBezTo>
                    <a:pt x="35" y="166"/>
                    <a:pt x="44" y="163"/>
                    <a:pt x="53" y="154"/>
                  </a:cubicBezTo>
                  <a:lnTo>
                    <a:pt x="53" y="184"/>
                  </a:lnTo>
                  <a:cubicBezTo>
                    <a:pt x="144" y="116"/>
                    <a:pt x="235" y="82"/>
                    <a:pt x="339" y="82"/>
                  </a:cubicBezTo>
                  <a:cubicBezTo>
                    <a:pt x="374" y="82"/>
                    <a:pt x="410" y="85"/>
                    <a:pt x="448" y="93"/>
                  </a:cubicBezTo>
                  <a:cubicBezTo>
                    <a:pt x="569" y="93"/>
                    <a:pt x="661" y="184"/>
                    <a:pt x="782" y="215"/>
                  </a:cubicBezTo>
                  <a:cubicBezTo>
                    <a:pt x="788" y="220"/>
                    <a:pt x="794" y="223"/>
                    <a:pt x="799" y="223"/>
                  </a:cubicBezTo>
                  <a:cubicBezTo>
                    <a:pt x="822" y="223"/>
                    <a:pt x="837" y="178"/>
                    <a:pt x="813" y="154"/>
                  </a:cubicBezTo>
                  <a:cubicBezTo>
                    <a:pt x="681" y="55"/>
                    <a:pt x="532" y="1"/>
                    <a:pt x="3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9"/>
            <p:cNvSpPr/>
            <p:nvPr/>
          </p:nvSpPr>
          <p:spPr>
            <a:xfrm>
              <a:off x="7100581" y="3874281"/>
              <a:ext cx="18597" cy="11724"/>
            </a:xfrm>
            <a:custGeom>
              <a:rect b="b" l="l" r="r" t="t"/>
              <a:pathLst>
                <a:path extrusionOk="0" h="365" w="579">
                  <a:moveTo>
                    <a:pt x="487" y="0"/>
                  </a:moveTo>
                  <a:cubicBezTo>
                    <a:pt x="335" y="61"/>
                    <a:pt x="153" y="183"/>
                    <a:pt x="1" y="304"/>
                  </a:cubicBezTo>
                  <a:cubicBezTo>
                    <a:pt x="1" y="335"/>
                    <a:pt x="31" y="365"/>
                    <a:pt x="61" y="365"/>
                  </a:cubicBezTo>
                  <a:cubicBezTo>
                    <a:pt x="213" y="243"/>
                    <a:pt x="365" y="183"/>
                    <a:pt x="548" y="91"/>
                  </a:cubicBezTo>
                  <a:cubicBezTo>
                    <a:pt x="578" y="61"/>
                    <a:pt x="548" y="0"/>
                    <a:pt x="4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9"/>
            <p:cNvSpPr/>
            <p:nvPr/>
          </p:nvSpPr>
          <p:spPr>
            <a:xfrm>
              <a:off x="7076170" y="3898499"/>
              <a:ext cx="27366" cy="15835"/>
            </a:xfrm>
            <a:custGeom>
              <a:rect b="b" l="l" r="r" t="t"/>
              <a:pathLst>
                <a:path extrusionOk="0" h="493" w="852">
                  <a:moveTo>
                    <a:pt x="92" y="0"/>
                  </a:moveTo>
                  <a:cubicBezTo>
                    <a:pt x="72" y="0"/>
                    <a:pt x="52" y="2"/>
                    <a:pt x="31" y="6"/>
                  </a:cubicBezTo>
                  <a:cubicBezTo>
                    <a:pt x="1" y="6"/>
                    <a:pt x="31" y="67"/>
                    <a:pt x="31" y="67"/>
                  </a:cubicBezTo>
                  <a:cubicBezTo>
                    <a:pt x="213" y="128"/>
                    <a:pt x="365" y="219"/>
                    <a:pt x="487" y="340"/>
                  </a:cubicBezTo>
                  <a:cubicBezTo>
                    <a:pt x="578" y="432"/>
                    <a:pt x="669" y="492"/>
                    <a:pt x="821" y="492"/>
                  </a:cubicBezTo>
                  <a:cubicBezTo>
                    <a:pt x="852" y="492"/>
                    <a:pt x="852" y="462"/>
                    <a:pt x="821" y="432"/>
                  </a:cubicBezTo>
                  <a:cubicBezTo>
                    <a:pt x="700" y="340"/>
                    <a:pt x="548" y="249"/>
                    <a:pt x="426" y="128"/>
                  </a:cubicBezTo>
                  <a:cubicBezTo>
                    <a:pt x="321" y="75"/>
                    <a:pt x="216" y="0"/>
                    <a:pt x="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9"/>
            <p:cNvSpPr/>
            <p:nvPr/>
          </p:nvSpPr>
          <p:spPr>
            <a:xfrm>
              <a:off x="7100773" y="3889891"/>
              <a:ext cx="34979" cy="24700"/>
            </a:xfrm>
            <a:custGeom>
              <a:rect b="b" l="l" r="r" t="t"/>
              <a:pathLst>
                <a:path extrusionOk="0" h="769" w="1089">
                  <a:moveTo>
                    <a:pt x="998" y="1"/>
                  </a:moveTo>
                  <a:cubicBezTo>
                    <a:pt x="815" y="92"/>
                    <a:pt x="633" y="244"/>
                    <a:pt x="481" y="365"/>
                  </a:cubicBezTo>
                  <a:cubicBezTo>
                    <a:pt x="329" y="487"/>
                    <a:pt x="177" y="578"/>
                    <a:pt x="25" y="700"/>
                  </a:cubicBezTo>
                  <a:cubicBezTo>
                    <a:pt x="0" y="724"/>
                    <a:pt x="16" y="769"/>
                    <a:pt x="55" y="769"/>
                  </a:cubicBezTo>
                  <a:cubicBezTo>
                    <a:pt x="64" y="769"/>
                    <a:pt x="74" y="766"/>
                    <a:pt x="86" y="760"/>
                  </a:cubicBezTo>
                  <a:cubicBezTo>
                    <a:pt x="268" y="669"/>
                    <a:pt x="420" y="548"/>
                    <a:pt x="603" y="426"/>
                  </a:cubicBezTo>
                  <a:cubicBezTo>
                    <a:pt x="755" y="335"/>
                    <a:pt x="937" y="213"/>
                    <a:pt x="1028" y="92"/>
                  </a:cubicBezTo>
                  <a:cubicBezTo>
                    <a:pt x="1089" y="31"/>
                    <a:pt x="1028" y="1"/>
                    <a:pt x="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9"/>
            <p:cNvSpPr/>
            <p:nvPr/>
          </p:nvSpPr>
          <p:spPr>
            <a:xfrm>
              <a:off x="7054715" y="3829892"/>
              <a:ext cx="36970" cy="47538"/>
            </a:xfrm>
            <a:custGeom>
              <a:rect b="b" l="l" r="r" t="t"/>
              <a:pathLst>
                <a:path extrusionOk="0" h="1480" w="1151">
                  <a:moveTo>
                    <a:pt x="83" y="1"/>
                  </a:moveTo>
                  <a:cubicBezTo>
                    <a:pt x="74" y="1"/>
                    <a:pt x="61" y="14"/>
                    <a:pt x="61" y="14"/>
                  </a:cubicBezTo>
                  <a:cubicBezTo>
                    <a:pt x="0" y="622"/>
                    <a:pt x="578" y="1200"/>
                    <a:pt x="1064" y="1473"/>
                  </a:cubicBezTo>
                  <a:cubicBezTo>
                    <a:pt x="1068" y="1478"/>
                    <a:pt x="1073" y="1480"/>
                    <a:pt x="1078" y="1480"/>
                  </a:cubicBezTo>
                  <a:cubicBezTo>
                    <a:pt x="1109" y="1480"/>
                    <a:pt x="1151" y="1408"/>
                    <a:pt x="1125" y="1382"/>
                  </a:cubicBezTo>
                  <a:cubicBezTo>
                    <a:pt x="730" y="957"/>
                    <a:pt x="122" y="683"/>
                    <a:pt x="91" y="14"/>
                  </a:cubicBezTo>
                  <a:cubicBezTo>
                    <a:pt x="91" y="4"/>
                    <a:pt x="88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9"/>
            <p:cNvSpPr/>
            <p:nvPr/>
          </p:nvSpPr>
          <p:spPr>
            <a:xfrm>
              <a:off x="6991247" y="3821541"/>
              <a:ext cx="63212" cy="23672"/>
            </a:xfrm>
            <a:custGeom>
              <a:rect b="b" l="l" r="r" t="t"/>
              <a:pathLst>
                <a:path extrusionOk="0" h="737" w="1968">
                  <a:moveTo>
                    <a:pt x="31" y="1"/>
                  </a:moveTo>
                  <a:cubicBezTo>
                    <a:pt x="0" y="1"/>
                    <a:pt x="0" y="62"/>
                    <a:pt x="31" y="62"/>
                  </a:cubicBezTo>
                  <a:cubicBezTo>
                    <a:pt x="335" y="122"/>
                    <a:pt x="608" y="274"/>
                    <a:pt x="912" y="396"/>
                  </a:cubicBezTo>
                  <a:cubicBezTo>
                    <a:pt x="1216" y="518"/>
                    <a:pt x="1550" y="578"/>
                    <a:pt x="1854" y="730"/>
                  </a:cubicBezTo>
                  <a:cubicBezTo>
                    <a:pt x="1863" y="735"/>
                    <a:pt x="1871" y="737"/>
                    <a:pt x="1880" y="737"/>
                  </a:cubicBezTo>
                  <a:cubicBezTo>
                    <a:pt x="1930" y="737"/>
                    <a:pt x="1968" y="665"/>
                    <a:pt x="1915" y="639"/>
                  </a:cubicBezTo>
                  <a:cubicBezTo>
                    <a:pt x="1611" y="487"/>
                    <a:pt x="1307" y="426"/>
                    <a:pt x="1003" y="335"/>
                  </a:cubicBezTo>
                  <a:cubicBezTo>
                    <a:pt x="669" y="214"/>
                    <a:pt x="365" y="31"/>
                    <a:pt x="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9"/>
            <p:cNvSpPr/>
            <p:nvPr/>
          </p:nvSpPr>
          <p:spPr>
            <a:xfrm>
              <a:off x="7357534" y="4771207"/>
              <a:ext cx="57174" cy="63598"/>
            </a:xfrm>
            <a:custGeom>
              <a:rect b="b" l="l" r="r" t="t"/>
              <a:pathLst>
                <a:path extrusionOk="0" h="1980" w="1780">
                  <a:moveTo>
                    <a:pt x="66" y="0"/>
                  </a:moveTo>
                  <a:cubicBezTo>
                    <a:pt x="36" y="0"/>
                    <a:pt x="0" y="45"/>
                    <a:pt x="25" y="70"/>
                  </a:cubicBezTo>
                  <a:cubicBezTo>
                    <a:pt x="572" y="708"/>
                    <a:pt x="1089" y="1377"/>
                    <a:pt x="1697" y="1954"/>
                  </a:cubicBezTo>
                  <a:cubicBezTo>
                    <a:pt x="1706" y="1972"/>
                    <a:pt x="1717" y="1979"/>
                    <a:pt x="1728" y="1979"/>
                  </a:cubicBezTo>
                  <a:cubicBezTo>
                    <a:pt x="1755" y="1979"/>
                    <a:pt x="1779" y="1936"/>
                    <a:pt x="1758" y="1893"/>
                  </a:cubicBezTo>
                  <a:cubicBezTo>
                    <a:pt x="1241" y="1225"/>
                    <a:pt x="663" y="617"/>
                    <a:pt x="86" y="9"/>
                  </a:cubicBezTo>
                  <a:cubicBezTo>
                    <a:pt x="80" y="3"/>
                    <a:pt x="73" y="0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9"/>
            <p:cNvSpPr/>
            <p:nvPr/>
          </p:nvSpPr>
          <p:spPr>
            <a:xfrm>
              <a:off x="7397361" y="4823465"/>
              <a:ext cx="32248" cy="85953"/>
            </a:xfrm>
            <a:custGeom>
              <a:rect b="b" l="l" r="r" t="t"/>
              <a:pathLst>
                <a:path extrusionOk="0" h="2676" w="1004">
                  <a:moveTo>
                    <a:pt x="126" y="0"/>
                  </a:moveTo>
                  <a:cubicBezTo>
                    <a:pt x="107" y="0"/>
                    <a:pt x="92" y="8"/>
                    <a:pt x="92" y="23"/>
                  </a:cubicBezTo>
                  <a:cubicBezTo>
                    <a:pt x="1" y="905"/>
                    <a:pt x="335" y="1999"/>
                    <a:pt x="913" y="2668"/>
                  </a:cubicBezTo>
                  <a:cubicBezTo>
                    <a:pt x="919" y="2673"/>
                    <a:pt x="925" y="2676"/>
                    <a:pt x="933" y="2676"/>
                  </a:cubicBezTo>
                  <a:cubicBezTo>
                    <a:pt x="964" y="2676"/>
                    <a:pt x="1004" y="2631"/>
                    <a:pt x="1004" y="2607"/>
                  </a:cubicBezTo>
                  <a:cubicBezTo>
                    <a:pt x="761" y="2181"/>
                    <a:pt x="548" y="1816"/>
                    <a:pt x="396" y="1361"/>
                  </a:cubicBezTo>
                  <a:cubicBezTo>
                    <a:pt x="244" y="935"/>
                    <a:pt x="214" y="479"/>
                    <a:pt x="183" y="23"/>
                  </a:cubicBezTo>
                  <a:cubicBezTo>
                    <a:pt x="168" y="8"/>
                    <a:pt x="145" y="0"/>
                    <a:pt x="1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9"/>
            <p:cNvSpPr/>
            <p:nvPr/>
          </p:nvSpPr>
          <p:spPr>
            <a:xfrm>
              <a:off x="7434844" y="4703853"/>
              <a:ext cx="65878" cy="61092"/>
            </a:xfrm>
            <a:custGeom>
              <a:rect b="b" l="l" r="r" t="t"/>
              <a:pathLst>
                <a:path extrusionOk="0" h="1902" w="2051">
                  <a:moveTo>
                    <a:pt x="60" y="0"/>
                  </a:moveTo>
                  <a:cubicBezTo>
                    <a:pt x="31" y="0"/>
                    <a:pt x="1" y="45"/>
                    <a:pt x="50" y="69"/>
                  </a:cubicBezTo>
                  <a:cubicBezTo>
                    <a:pt x="627" y="677"/>
                    <a:pt x="1235" y="1407"/>
                    <a:pt x="1965" y="1893"/>
                  </a:cubicBezTo>
                  <a:cubicBezTo>
                    <a:pt x="1970" y="1899"/>
                    <a:pt x="1977" y="1901"/>
                    <a:pt x="1984" y="1901"/>
                  </a:cubicBezTo>
                  <a:cubicBezTo>
                    <a:pt x="2014" y="1901"/>
                    <a:pt x="2050" y="1851"/>
                    <a:pt x="2025" y="1802"/>
                  </a:cubicBezTo>
                  <a:cubicBezTo>
                    <a:pt x="1448" y="1164"/>
                    <a:pt x="718" y="616"/>
                    <a:pt x="80" y="8"/>
                  </a:cubicBezTo>
                  <a:cubicBezTo>
                    <a:pt x="74" y="3"/>
                    <a:pt x="67" y="0"/>
                    <a:pt x="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9"/>
            <p:cNvSpPr/>
            <p:nvPr/>
          </p:nvSpPr>
          <p:spPr>
            <a:xfrm>
              <a:off x="7484276" y="4748049"/>
              <a:ext cx="100568" cy="7227"/>
            </a:xfrm>
            <a:custGeom>
              <a:rect b="b" l="l" r="r" t="t"/>
              <a:pathLst>
                <a:path extrusionOk="0" h="225" w="3131">
                  <a:moveTo>
                    <a:pt x="1581" y="0"/>
                  </a:moveTo>
                  <a:cubicBezTo>
                    <a:pt x="1236" y="0"/>
                    <a:pt x="892" y="7"/>
                    <a:pt x="556" y="7"/>
                  </a:cubicBezTo>
                  <a:cubicBezTo>
                    <a:pt x="389" y="7"/>
                    <a:pt x="223" y="5"/>
                    <a:pt x="61" y="0"/>
                  </a:cubicBezTo>
                  <a:cubicBezTo>
                    <a:pt x="0" y="0"/>
                    <a:pt x="0" y="91"/>
                    <a:pt x="61" y="91"/>
                  </a:cubicBezTo>
                  <a:cubicBezTo>
                    <a:pt x="700" y="151"/>
                    <a:pt x="1391" y="224"/>
                    <a:pt x="2066" y="224"/>
                  </a:cubicBezTo>
                  <a:cubicBezTo>
                    <a:pt x="2418" y="224"/>
                    <a:pt x="2767" y="204"/>
                    <a:pt x="3100" y="152"/>
                  </a:cubicBezTo>
                  <a:cubicBezTo>
                    <a:pt x="3131" y="152"/>
                    <a:pt x="3131" y="91"/>
                    <a:pt x="3100" y="91"/>
                  </a:cubicBezTo>
                  <a:cubicBezTo>
                    <a:pt x="2614" y="15"/>
                    <a:pt x="2097" y="0"/>
                    <a:pt x="15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9"/>
            <p:cNvSpPr/>
            <p:nvPr/>
          </p:nvSpPr>
          <p:spPr>
            <a:xfrm>
              <a:off x="7582014" y="4718146"/>
              <a:ext cx="107056" cy="35974"/>
            </a:xfrm>
            <a:custGeom>
              <a:rect b="b" l="l" r="r" t="t"/>
              <a:pathLst>
                <a:path extrusionOk="0" h="1120" w="3333">
                  <a:moveTo>
                    <a:pt x="2522" y="0"/>
                  </a:moveTo>
                  <a:cubicBezTo>
                    <a:pt x="2464" y="0"/>
                    <a:pt x="2402" y="6"/>
                    <a:pt x="2337" y="19"/>
                  </a:cubicBezTo>
                  <a:cubicBezTo>
                    <a:pt x="1577" y="141"/>
                    <a:pt x="696" y="627"/>
                    <a:pt x="27" y="1022"/>
                  </a:cubicBezTo>
                  <a:cubicBezTo>
                    <a:pt x="1" y="1049"/>
                    <a:pt x="20" y="1120"/>
                    <a:pt x="64" y="1120"/>
                  </a:cubicBezTo>
                  <a:cubicBezTo>
                    <a:pt x="71" y="1120"/>
                    <a:pt x="79" y="1118"/>
                    <a:pt x="88" y="1114"/>
                  </a:cubicBezTo>
                  <a:cubicBezTo>
                    <a:pt x="605" y="870"/>
                    <a:pt x="1121" y="627"/>
                    <a:pt x="1638" y="415"/>
                  </a:cubicBezTo>
                  <a:cubicBezTo>
                    <a:pt x="1820" y="323"/>
                    <a:pt x="2094" y="171"/>
                    <a:pt x="2276" y="171"/>
                  </a:cubicBezTo>
                  <a:cubicBezTo>
                    <a:pt x="2300" y="169"/>
                    <a:pt x="2323" y="168"/>
                    <a:pt x="2346" y="168"/>
                  </a:cubicBezTo>
                  <a:cubicBezTo>
                    <a:pt x="2684" y="168"/>
                    <a:pt x="2991" y="369"/>
                    <a:pt x="3219" y="597"/>
                  </a:cubicBezTo>
                  <a:cubicBezTo>
                    <a:pt x="3227" y="605"/>
                    <a:pt x="3239" y="609"/>
                    <a:pt x="3253" y="609"/>
                  </a:cubicBezTo>
                  <a:cubicBezTo>
                    <a:pt x="3289" y="609"/>
                    <a:pt x="3332" y="581"/>
                    <a:pt x="3310" y="536"/>
                  </a:cubicBezTo>
                  <a:cubicBezTo>
                    <a:pt x="3101" y="224"/>
                    <a:pt x="2871" y="0"/>
                    <a:pt x="25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7427007" y="4734174"/>
              <a:ext cx="262902" cy="173287"/>
            </a:xfrm>
            <a:custGeom>
              <a:rect b="b" l="l" r="r" t="t"/>
              <a:pathLst>
                <a:path extrusionOk="0" h="5395" w="8185">
                  <a:moveTo>
                    <a:pt x="8080" y="1"/>
                  </a:moveTo>
                  <a:cubicBezTo>
                    <a:pt x="8069" y="1"/>
                    <a:pt x="8057" y="3"/>
                    <a:pt x="8045" y="7"/>
                  </a:cubicBezTo>
                  <a:cubicBezTo>
                    <a:pt x="5370" y="1739"/>
                    <a:pt x="2695" y="3472"/>
                    <a:pt x="51" y="5296"/>
                  </a:cubicBezTo>
                  <a:cubicBezTo>
                    <a:pt x="1" y="5345"/>
                    <a:pt x="32" y="5395"/>
                    <a:pt x="79" y="5395"/>
                  </a:cubicBezTo>
                  <a:cubicBezTo>
                    <a:pt x="89" y="5395"/>
                    <a:pt x="100" y="5392"/>
                    <a:pt x="111" y="5387"/>
                  </a:cubicBezTo>
                  <a:cubicBezTo>
                    <a:pt x="2786" y="3654"/>
                    <a:pt x="5431" y="1861"/>
                    <a:pt x="8105" y="128"/>
                  </a:cubicBezTo>
                  <a:cubicBezTo>
                    <a:pt x="8184" y="76"/>
                    <a:pt x="8150" y="1"/>
                    <a:pt x="80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9"/>
            <p:cNvSpPr/>
            <p:nvPr/>
          </p:nvSpPr>
          <p:spPr>
            <a:xfrm>
              <a:off x="7427650" y="4909705"/>
              <a:ext cx="21488" cy="31927"/>
            </a:xfrm>
            <a:custGeom>
              <a:rect b="b" l="l" r="r" t="t"/>
              <a:pathLst>
                <a:path extrusionOk="0" h="994" w="669">
                  <a:moveTo>
                    <a:pt x="36" y="0"/>
                  </a:moveTo>
                  <a:cubicBezTo>
                    <a:pt x="18" y="0"/>
                    <a:pt x="9" y="22"/>
                    <a:pt x="31" y="43"/>
                  </a:cubicBezTo>
                  <a:lnTo>
                    <a:pt x="0" y="43"/>
                  </a:lnTo>
                  <a:cubicBezTo>
                    <a:pt x="183" y="347"/>
                    <a:pt x="365" y="682"/>
                    <a:pt x="608" y="986"/>
                  </a:cubicBezTo>
                  <a:cubicBezTo>
                    <a:pt x="614" y="991"/>
                    <a:pt x="620" y="994"/>
                    <a:pt x="625" y="994"/>
                  </a:cubicBezTo>
                  <a:cubicBezTo>
                    <a:pt x="649" y="994"/>
                    <a:pt x="669" y="949"/>
                    <a:pt x="669" y="925"/>
                  </a:cubicBezTo>
                  <a:cubicBezTo>
                    <a:pt x="517" y="590"/>
                    <a:pt x="274" y="287"/>
                    <a:pt x="61" y="13"/>
                  </a:cubicBezTo>
                  <a:cubicBezTo>
                    <a:pt x="52" y="4"/>
                    <a:pt x="43" y="0"/>
                    <a:pt x="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9"/>
            <p:cNvSpPr/>
            <p:nvPr/>
          </p:nvSpPr>
          <p:spPr>
            <a:xfrm>
              <a:off x="7448334" y="4884523"/>
              <a:ext cx="80621" cy="51264"/>
            </a:xfrm>
            <a:custGeom>
              <a:rect b="b" l="l" r="r" t="t"/>
              <a:pathLst>
                <a:path extrusionOk="0" h="1596" w="2510">
                  <a:moveTo>
                    <a:pt x="2401" y="1"/>
                  </a:moveTo>
                  <a:cubicBezTo>
                    <a:pt x="2390" y="1"/>
                    <a:pt x="2378" y="3"/>
                    <a:pt x="2365" y="7"/>
                  </a:cubicBezTo>
                  <a:cubicBezTo>
                    <a:pt x="1940" y="250"/>
                    <a:pt x="1545" y="554"/>
                    <a:pt x="1119" y="797"/>
                  </a:cubicBezTo>
                  <a:cubicBezTo>
                    <a:pt x="754" y="1040"/>
                    <a:pt x="359" y="1253"/>
                    <a:pt x="25" y="1557"/>
                  </a:cubicBezTo>
                  <a:cubicBezTo>
                    <a:pt x="1" y="1557"/>
                    <a:pt x="15" y="1596"/>
                    <a:pt x="38" y="1596"/>
                  </a:cubicBezTo>
                  <a:cubicBezTo>
                    <a:pt x="43" y="1596"/>
                    <a:pt x="49" y="1593"/>
                    <a:pt x="55" y="1587"/>
                  </a:cubicBezTo>
                  <a:cubicBezTo>
                    <a:pt x="481" y="1435"/>
                    <a:pt x="815" y="1162"/>
                    <a:pt x="1180" y="919"/>
                  </a:cubicBezTo>
                  <a:cubicBezTo>
                    <a:pt x="1605" y="675"/>
                    <a:pt x="2031" y="402"/>
                    <a:pt x="2457" y="128"/>
                  </a:cubicBezTo>
                  <a:cubicBezTo>
                    <a:pt x="2509" y="76"/>
                    <a:pt x="2471" y="1"/>
                    <a:pt x="24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9"/>
            <p:cNvSpPr/>
            <p:nvPr/>
          </p:nvSpPr>
          <p:spPr>
            <a:xfrm>
              <a:off x="7513536" y="4870648"/>
              <a:ext cx="12463" cy="17441"/>
            </a:xfrm>
            <a:custGeom>
              <a:rect b="b" l="l" r="r" t="t"/>
              <a:pathLst>
                <a:path extrusionOk="0" h="543" w="388">
                  <a:moveTo>
                    <a:pt x="36" y="1"/>
                  </a:moveTo>
                  <a:cubicBezTo>
                    <a:pt x="16" y="1"/>
                    <a:pt x="1" y="22"/>
                    <a:pt x="1" y="44"/>
                  </a:cubicBezTo>
                  <a:cubicBezTo>
                    <a:pt x="62" y="135"/>
                    <a:pt x="92" y="226"/>
                    <a:pt x="153" y="317"/>
                  </a:cubicBezTo>
                  <a:cubicBezTo>
                    <a:pt x="214" y="408"/>
                    <a:pt x="244" y="499"/>
                    <a:pt x="305" y="530"/>
                  </a:cubicBezTo>
                  <a:cubicBezTo>
                    <a:pt x="314" y="539"/>
                    <a:pt x="325" y="542"/>
                    <a:pt x="336" y="542"/>
                  </a:cubicBezTo>
                  <a:cubicBezTo>
                    <a:pt x="363" y="542"/>
                    <a:pt x="387" y="521"/>
                    <a:pt x="366" y="499"/>
                  </a:cubicBezTo>
                  <a:cubicBezTo>
                    <a:pt x="366" y="408"/>
                    <a:pt x="275" y="317"/>
                    <a:pt x="244" y="226"/>
                  </a:cubicBezTo>
                  <a:cubicBezTo>
                    <a:pt x="183" y="165"/>
                    <a:pt x="123" y="74"/>
                    <a:pt x="62" y="13"/>
                  </a:cubicBezTo>
                  <a:cubicBezTo>
                    <a:pt x="53" y="4"/>
                    <a:pt x="44" y="1"/>
                    <a:pt x="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7689292" y="4739248"/>
              <a:ext cx="16606" cy="24829"/>
            </a:xfrm>
            <a:custGeom>
              <a:rect b="b" l="l" r="r" t="t"/>
              <a:pathLst>
                <a:path extrusionOk="0" h="773" w="517">
                  <a:moveTo>
                    <a:pt x="31" y="1"/>
                  </a:moveTo>
                  <a:cubicBezTo>
                    <a:pt x="0" y="1"/>
                    <a:pt x="0" y="31"/>
                    <a:pt x="0" y="62"/>
                  </a:cubicBezTo>
                  <a:cubicBezTo>
                    <a:pt x="0" y="183"/>
                    <a:pt x="122" y="305"/>
                    <a:pt x="183" y="426"/>
                  </a:cubicBezTo>
                  <a:cubicBezTo>
                    <a:pt x="243" y="548"/>
                    <a:pt x="335" y="669"/>
                    <a:pt x="426" y="761"/>
                  </a:cubicBezTo>
                  <a:cubicBezTo>
                    <a:pt x="434" y="769"/>
                    <a:pt x="444" y="773"/>
                    <a:pt x="455" y="773"/>
                  </a:cubicBezTo>
                  <a:cubicBezTo>
                    <a:pt x="484" y="773"/>
                    <a:pt x="517" y="744"/>
                    <a:pt x="517" y="700"/>
                  </a:cubicBezTo>
                  <a:cubicBezTo>
                    <a:pt x="456" y="578"/>
                    <a:pt x="365" y="457"/>
                    <a:pt x="274" y="335"/>
                  </a:cubicBezTo>
                  <a:cubicBezTo>
                    <a:pt x="213" y="213"/>
                    <a:pt x="152" y="92"/>
                    <a:pt x="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9"/>
            <p:cNvSpPr/>
            <p:nvPr/>
          </p:nvSpPr>
          <p:spPr>
            <a:xfrm>
              <a:off x="7514532" y="4764430"/>
              <a:ext cx="187356" cy="108919"/>
            </a:xfrm>
            <a:custGeom>
              <a:rect b="b" l="l" r="r" t="t"/>
              <a:pathLst>
                <a:path extrusionOk="0" h="3391" w="5833">
                  <a:moveTo>
                    <a:pt x="5769" y="1"/>
                  </a:moveTo>
                  <a:cubicBezTo>
                    <a:pt x="5762" y="1"/>
                    <a:pt x="5754" y="3"/>
                    <a:pt x="5745" y="7"/>
                  </a:cubicBezTo>
                  <a:cubicBezTo>
                    <a:pt x="4894" y="615"/>
                    <a:pt x="4013" y="1192"/>
                    <a:pt x="3162" y="1770"/>
                  </a:cubicBezTo>
                  <a:cubicBezTo>
                    <a:pt x="2189" y="2408"/>
                    <a:pt x="1247" y="3229"/>
                    <a:pt x="61" y="3290"/>
                  </a:cubicBezTo>
                  <a:cubicBezTo>
                    <a:pt x="0" y="3290"/>
                    <a:pt x="0" y="3351"/>
                    <a:pt x="61" y="3381"/>
                  </a:cubicBezTo>
                  <a:cubicBezTo>
                    <a:pt x="125" y="3387"/>
                    <a:pt x="188" y="3390"/>
                    <a:pt x="250" y="3390"/>
                  </a:cubicBezTo>
                  <a:cubicBezTo>
                    <a:pt x="1107" y="3390"/>
                    <a:pt x="1815" y="2829"/>
                    <a:pt x="2523" y="2347"/>
                  </a:cubicBezTo>
                  <a:cubicBezTo>
                    <a:pt x="3648" y="1618"/>
                    <a:pt x="4712" y="888"/>
                    <a:pt x="5806" y="98"/>
                  </a:cubicBezTo>
                  <a:cubicBezTo>
                    <a:pt x="5832" y="72"/>
                    <a:pt x="5813" y="1"/>
                    <a:pt x="57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9"/>
            <p:cNvSpPr/>
            <p:nvPr/>
          </p:nvSpPr>
          <p:spPr>
            <a:xfrm>
              <a:off x="7359493" y="4698586"/>
              <a:ext cx="74775" cy="73201"/>
            </a:xfrm>
            <a:custGeom>
              <a:rect b="b" l="l" r="r" t="t"/>
              <a:pathLst>
                <a:path extrusionOk="0" h="2279" w="2328">
                  <a:moveTo>
                    <a:pt x="2256" y="0"/>
                  </a:moveTo>
                  <a:cubicBezTo>
                    <a:pt x="2243" y="0"/>
                    <a:pt x="2228" y="6"/>
                    <a:pt x="2213" y="21"/>
                  </a:cubicBezTo>
                  <a:cubicBezTo>
                    <a:pt x="1453" y="689"/>
                    <a:pt x="724" y="1449"/>
                    <a:pt x="25" y="2209"/>
                  </a:cubicBezTo>
                  <a:cubicBezTo>
                    <a:pt x="0" y="2234"/>
                    <a:pt x="35" y="2278"/>
                    <a:pt x="66" y="2278"/>
                  </a:cubicBezTo>
                  <a:cubicBezTo>
                    <a:pt x="73" y="2278"/>
                    <a:pt x="80" y="2276"/>
                    <a:pt x="86" y="2270"/>
                  </a:cubicBezTo>
                  <a:cubicBezTo>
                    <a:pt x="846" y="1571"/>
                    <a:pt x="1605" y="841"/>
                    <a:pt x="2305" y="81"/>
                  </a:cubicBezTo>
                  <a:cubicBezTo>
                    <a:pt x="2328" y="58"/>
                    <a:pt x="2298" y="0"/>
                    <a:pt x="22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9"/>
            <p:cNvSpPr/>
            <p:nvPr/>
          </p:nvSpPr>
          <p:spPr>
            <a:xfrm>
              <a:off x="7321335" y="4766582"/>
              <a:ext cx="35075" cy="48951"/>
            </a:xfrm>
            <a:custGeom>
              <a:rect b="b" l="l" r="r" t="t"/>
              <a:pathLst>
                <a:path extrusionOk="0" h="1524" w="1092">
                  <a:moveTo>
                    <a:pt x="1020" y="0"/>
                  </a:moveTo>
                  <a:cubicBezTo>
                    <a:pt x="261" y="0"/>
                    <a:pt x="0" y="833"/>
                    <a:pt x="179" y="1490"/>
                  </a:cubicBezTo>
                  <a:cubicBezTo>
                    <a:pt x="179" y="1513"/>
                    <a:pt x="197" y="1523"/>
                    <a:pt x="217" y="1523"/>
                  </a:cubicBezTo>
                  <a:cubicBezTo>
                    <a:pt x="250" y="1523"/>
                    <a:pt x="289" y="1497"/>
                    <a:pt x="271" y="1460"/>
                  </a:cubicBezTo>
                  <a:cubicBezTo>
                    <a:pt x="119" y="791"/>
                    <a:pt x="331" y="153"/>
                    <a:pt x="1061" y="31"/>
                  </a:cubicBezTo>
                  <a:cubicBezTo>
                    <a:pt x="1091" y="31"/>
                    <a:pt x="1091" y="1"/>
                    <a:pt x="1061" y="1"/>
                  </a:cubicBezTo>
                  <a:cubicBezTo>
                    <a:pt x="1047" y="0"/>
                    <a:pt x="1034" y="0"/>
                    <a:pt x="10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9"/>
            <p:cNvSpPr/>
            <p:nvPr/>
          </p:nvSpPr>
          <p:spPr>
            <a:xfrm>
              <a:off x="7327085" y="4811067"/>
              <a:ext cx="18565" cy="3630"/>
            </a:xfrm>
            <a:custGeom>
              <a:rect b="b" l="l" r="r" t="t"/>
              <a:pathLst>
                <a:path extrusionOk="0" h="113" w="578">
                  <a:moveTo>
                    <a:pt x="464" y="0"/>
                  </a:moveTo>
                  <a:cubicBezTo>
                    <a:pt x="412" y="0"/>
                    <a:pt x="365" y="14"/>
                    <a:pt x="304" y="14"/>
                  </a:cubicBezTo>
                  <a:cubicBezTo>
                    <a:pt x="213" y="14"/>
                    <a:pt x="122" y="14"/>
                    <a:pt x="31" y="44"/>
                  </a:cubicBezTo>
                  <a:cubicBezTo>
                    <a:pt x="0" y="44"/>
                    <a:pt x="0" y="105"/>
                    <a:pt x="31" y="105"/>
                  </a:cubicBezTo>
                  <a:lnTo>
                    <a:pt x="61" y="105"/>
                  </a:lnTo>
                  <a:cubicBezTo>
                    <a:pt x="122" y="105"/>
                    <a:pt x="206" y="113"/>
                    <a:pt x="293" y="113"/>
                  </a:cubicBezTo>
                  <a:cubicBezTo>
                    <a:pt x="380" y="113"/>
                    <a:pt x="472" y="105"/>
                    <a:pt x="548" y="75"/>
                  </a:cubicBezTo>
                  <a:cubicBezTo>
                    <a:pt x="578" y="75"/>
                    <a:pt x="578" y="14"/>
                    <a:pt x="548" y="14"/>
                  </a:cubicBezTo>
                  <a:cubicBezTo>
                    <a:pt x="517" y="4"/>
                    <a:pt x="490" y="0"/>
                    <a:pt x="4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9"/>
            <p:cNvSpPr/>
            <p:nvPr/>
          </p:nvSpPr>
          <p:spPr>
            <a:xfrm>
              <a:off x="7333926" y="4768156"/>
              <a:ext cx="15353" cy="45418"/>
            </a:xfrm>
            <a:custGeom>
              <a:rect b="b" l="l" r="r" t="t"/>
              <a:pathLst>
                <a:path extrusionOk="0" h="1414" w="478">
                  <a:moveTo>
                    <a:pt x="427" y="0"/>
                  </a:moveTo>
                  <a:cubicBezTo>
                    <a:pt x="416" y="0"/>
                    <a:pt x="404" y="4"/>
                    <a:pt x="395" y="13"/>
                  </a:cubicBezTo>
                  <a:cubicBezTo>
                    <a:pt x="122" y="377"/>
                    <a:pt x="0" y="924"/>
                    <a:pt x="152" y="1380"/>
                  </a:cubicBezTo>
                  <a:cubicBezTo>
                    <a:pt x="164" y="1404"/>
                    <a:pt x="184" y="1414"/>
                    <a:pt x="205" y="1414"/>
                  </a:cubicBezTo>
                  <a:cubicBezTo>
                    <a:pt x="239" y="1414"/>
                    <a:pt x="274" y="1388"/>
                    <a:pt x="274" y="1350"/>
                  </a:cubicBezTo>
                  <a:cubicBezTo>
                    <a:pt x="243" y="1137"/>
                    <a:pt x="213" y="894"/>
                    <a:pt x="243" y="681"/>
                  </a:cubicBezTo>
                  <a:cubicBezTo>
                    <a:pt x="274" y="469"/>
                    <a:pt x="365" y="256"/>
                    <a:pt x="456" y="43"/>
                  </a:cubicBezTo>
                  <a:cubicBezTo>
                    <a:pt x="478" y="21"/>
                    <a:pt x="454" y="0"/>
                    <a:pt x="4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7327085" y="4772395"/>
              <a:ext cx="15642" cy="39315"/>
            </a:xfrm>
            <a:custGeom>
              <a:rect b="b" l="l" r="r" t="t"/>
              <a:pathLst>
                <a:path extrusionOk="0" h="1224" w="487">
                  <a:moveTo>
                    <a:pt x="414" y="1"/>
                  </a:moveTo>
                  <a:cubicBezTo>
                    <a:pt x="394" y="1"/>
                    <a:pt x="376" y="11"/>
                    <a:pt x="365" y="33"/>
                  </a:cubicBezTo>
                  <a:cubicBezTo>
                    <a:pt x="338" y="86"/>
                    <a:pt x="319" y="143"/>
                    <a:pt x="305" y="201"/>
                  </a:cubicBezTo>
                  <a:lnTo>
                    <a:pt x="305" y="201"/>
                  </a:lnTo>
                  <a:cubicBezTo>
                    <a:pt x="295" y="169"/>
                    <a:pt x="261" y="147"/>
                    <a:pt x="228" y="147"/>
                  </a:cubicBezTo>
                  <a:cubicBezTo>
                    <a:pt x="196" y="147"/>
                    <a:pt x="165" y="166"/>
                    <a:pt x="152" y="215"/>
                  </a:cubicBezTo>
                  <a:cubicBezTo>
                    <a:pt x="31" y="519"/>
                    <a:pt x="0" y="823"/>
                    <a:pt x="61" y="1157"/>
                  </a:cubicBezTo>
                  <a:cubicBezTo>
                    <a:pt x="74" y="1195"/>
                    <a:pt x="108" y="1212"/>
                    <a:pt x="143" y="1212"/>
                  </a:cubicBezTo>
                  <a:cubicBezTo>
                    <a:pt x="164" y="1212"/>
                    <a:pt x="185" y="1207"/>
                    <a:pt x="202" y="1196"/>
                  </a:cubicBezTo>
                  <a:lnTo>
                    <a:pt x="202" y="1196"/>
                  </a:lnTo>
                  <a:cubicBezTo>
                    <a:pt x="218" y="1215"/>
                    <a:pt x="241" y="1223"/>
                    <a:pt x="266" y="1223"/>
                  </a:cubicBezTo>
                  <a:cubicBezTo>
                    <a:pt x="326" y="1223"/>
                    <a:pt x="396" y="1172"/>
                    <a:pt x="396" y="1096"/>
                  </a:cubicBezTo>
                  <a:cubicBezTo>
                    <a:pt x="393" y="1091"/>
                    <a:pt x="391" y="1085"/>
                    <a:pt x="389" y="1080"/>
                  </a:cubicBezTo>
                  <a:lnTo>
                    <a:pt x="389" y="1080"/>
                  </a:lnTo>
                  <a:cubicBezTo>
                    <a:pt x="339" y="929"/>
                    <a:pt x="396" y="726"/>
                    <a:pt x="396" y="580"/>
                  </a:cubicBezTo>
                  <a:cubicBezTo>
                    <a:pt x="426" y="428"/>
                    <a:pt x="426" y="245"/>
                    <a:pt x="487" y="93"/>
                  </a:cubicBezTo>
                  <a:cubicBezTo>
                    <a:pt x="487" y="34"/>
                    <a:pt x="449" y="1"/>
                    <a:pt x="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6810642" y="3861819"/>
              <a:ext cx="10375" cy="52613"/>
            </a:xfrm>
            <a:custGeom>
              <a:rect b="b" l="l" r="r" t="t"/>
              <a:pathLst>
                <a:path extrusionOk="0" h="1638" w="323">
                  <a:moveTo>
                    <a:pt x="15" y="1"/>
                  </a:moveTo>
                  <a:cubicBezTo>
                    <a:pt x="8" y="1"/>
                    <a:pt x="0" y="8"/>
                    <a:pt x="0" y="24"/>
                  </a:cubicBezTo>
                  <a:cubicBezTo>
                    <a:pt x="0" y="540"/>
                    <a:pt x="61" y="1087"/>
                    <a:pt x="182" y="1604"/>
                  </a:cubicBezTo>
                  <a:cubicBezTo>
                    <a:pt x="194" y="1627"/>
                    <a:pt x="219" y="1637"/>
                    <a:pt x="244" y="1637"/>
                  </a:cubicBezTo>
                  <a:cubicBezTo>
                    <a:pt x="284" y="1637"/>
                    <a:pt x="323" y="1611"/>
                    <a:pt x="304" y="1574"/>
                  </a:cubicBezTo>
                  <a:cubicBezTo>
                    <a:pt x="213" y="1057"/>
                    <a:pt x="122" y="540"/>
                    <a:pt x="30" y="24"/>
                  </a:cubicBezTo>
                  <a:cubicBezTo>
                    <a:pt x="30" y="8"/>
                    <a:pt x="23" y="1"/>
                    <a:pt x="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9"/>
            <p:cNvSpPr/>
            <p:nvPr/>
          </p:nvSpPr>
          <p:spPr>
            <a:xfrm>
              <a:off x="6786231" y="3897310"/>
              <a:ext cx="37837" cy="160921"/>
            </a:xfrm>
            <a:custGeom>
              <a:rect b="b" l="l" r="r" t="t"/>
              <a:pathLst>
                <a:path extrusionOk="0" h="5010" w="1178">
                  <a:moveTo>
                    <a:pt x="853" y="0"/>
                  </a:moveTo>
                  <a:cubicBezTo>
                    <a:pt x="841" y="0"/>
                    <a:pt x="830" y="4"/>
                    <a:pt x="821" y="13"/>
                  </a:cubicBezTo>
                  <a:cubicBezTo>
                    <a:pt x="243" y="1350"/>
                    <a:pt x="0" y="3873"/>
                    <a:pt x="1094" y="4998"/>
                  </a:cubicBezTo>
                  <a:cubicBezTo>
                    <a:pt x="1103" y="5006"/>
                    <a:pt x="1113" y="5010"/>
                    <a:pt x="1123" y="5010"/>
                  </a:cubicBezTo>
                  <a:cubicBezTo>
                    <a:pt x="1151" y="5010"/>
                    <a:pt x="1177" y="4981"/>
                    <a:pt x="1155" y="4937"/>
                  </a:cubicBezTo>
                  <a:cubicBezTo>
                    <a:pt x="213" y="3660"/>
                    <a:pt x="395" y="1472"/>
                    <a:pt x="912" y="43"/>
                  </a:cubicBezTo>
                  <a:cubicBezTo>
                    <a:pt x="912" y="22"/>
                    <a:pt x="882" y="0"/>
                    <a:pt x="8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9"/>
            <p:cNvSpPr/>
            <p:nvPr/>
          </p:nvSpPr>
          <p:spPr>
            <a:xfrm>
              <a:off x="6820663" y="4055465"/>
              <a:ext cx="571704" cy="740719"/>
            </a:xfrm>
            <a:custGeom>
              <a:rect b="b" l="l" r="r" t="t"/>
              <a:pathLst>
                <a:path extrusionOk="0" h="23061" w="17799">
                  <a:moveTo>
                    <a:pt x="52" y="0"/>
                  </a:moveTo>
                  <a:cubicBezTo>
                    <a:pt x="25" y="0"/>
                    <a:pt x="1" y="22"/>
                    <a:pt x="22" y="43"/>
                  </a:cubicBezTo>
                  <a:cubicBezTo>
                    <a:pt x="4582" y="8584"/>
                    <a:pt x="10965" y="16122"/>
                    <a:pt x="17713" y="23053"/>
                  </a:cubicBezTo>
                  <a:cubicBezTo>
                    <a:pt x="17719" y="23058"/>
                    <a:pt x="17725" y="23061"/>
                    <a:pt x="17733" y="23061"/>
                  </a:cubicBezTo>
                  <a:cubicBezTo>
                    <a:pt x="17763" y="23061"/>
                    <a:pt x="17798" y="23016"/>
                    <a:pt x="17774" y="22992"/>
                  </a:cubicBezTo>
                  <a:cubicBezTo>
                    <a:pt x="14582" y="19344"/>
                    <a:pt x="11299" y="15788"/>
                    <a:pt x="8199" y="12049"/>
                  </a:cubicBezTo>
                  <a:cubicBezTo>
                    <a:pt x="5099" y="8311"/>
                    <a:pt x="2576" y="4238"/>
                    <a:pt x="83" y="13"/>
                  </a:cubicBezTo>
                  <a:cubicBezTo>
                    <a:pt x="74" y="4"/>
                    <a:pt x="63" y="0"/>
                    <a:pt x="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9"/>
            <p:cNvSpPr/>
            <p:nvPr/>
          </p:nvSpPr>
          <p:spPr>
            <a:xfrm>
              <a:off x="6989288" y="3867696"/>
              <a:ext cx="8833" cy="101467"/>
            </a:xfrm>
            <a:custGeom>
              <a:rect b="b" l="l" r="r" t="t"/>
              <a:pathLst>
                <a:path extrusionOk="0" h="3159" w="275">
                  <a:moveTo>
                    <a:pt x="244" y="0"/>
                  </a:moveTo>
                  <a:cubicBezTo>
                    <a:pt x="228" y="0"/>
                    <a:pt x="213" y="8"/>
                    <a:pt x="213" y="23"/>
                  </a:cubicBezTo>
                  <a:cubicBezTo>
                    <a:pt x="152" y="1026"/>
                    <a:pt x="1" y="2120"/>
                    <a:pt x="122" y="3123"/>
                  </a:cubicBezTo>
                  <a:cubicBezTo>
                    <a:pt x="135" y="3149"/>
                    <a:pt x="153" y="3158"/>
                    <a:pt x="170" y="3158"/>
                  </a:cubicBezTo>
                  <a:cubicBezTo>
                    <a:pt x="193" y="3158"/>
                    <a:pt x="213" y="3141"/>
                    <a:pt x="213" y="3123"/>
                  </a:cubicBezTo>
                  <a:cubicBezTo>
                    <a:pt x="213" y="2090"/>
                    <a:pt x="213" y="1056"/>
                    <a:pt x="274" y="23"/>
                  </a:cubicBezTo>
                  <a:cubicBezTo>
                    <a:pt x="274" y="8"/>
                    <a:pt x="259" y="0"/>
                    <a:pt x="2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9"/>
            <p:cNvSpPr/>
            <p:nvPr/>
          </p:nvSpPr>
          <p:spPr>
            <a:xfrm>
              <a:off x="6990541" y="3923648"/>
              <a:ext cx="461275" cy="826801"/>
            </a:xfrm>
            <a:custGeom>
              <a:rect b="b" l="l" r="r" t="t"/>
              <a:pathLst>
                <a:path extrusionOk="0" h="25741" w="14361">
                  <a:moveTo>
                    <a:pt x="52" y="1"/>
                  </a:moveTo>
                  <a:cubicBezTo>
                    <a:pt x="25" y="1"/>
                    <a:pt x="1" y="22"/>
                    <a:pt x="22" y="44"/>
                  </a:cubicBezTo>
                  <a:cubicBezTo>
                    <a:pt x="3822" y="9041"/>
                    <a:pt x="9354" y="17339"/>
                    <a:pt x="14278" y="25728"/>
                  </a:cubicBezTo>
                  <a:cubicBezTo>
                    <a:pt x="14287" y="25737"/>
                    <a:pt x="14298" y="25741"/>
                    <a:pt x="14309" y="25741"/>
                  </a:cubicBezTo>
                  <a:cubicBezTo>
                    <a:pt x="14336" y="25741"/>
                    <a:pt x="14360" y="25719"/>
                    <a:pt x="14339" y="25698"/>
                  </a:cubicBezTo>
                  <a:cubicBezTo>
                    <a:pt x="9901" y="16974"/>
                    <a:pt x="4156" y="8980"/>
                    <a:pt x="83" y="13"/>
                  </a:cubicBezTo>
                  <a:cubicBezTo>
                    <a:pt x="74" y="5"/>
                    <a:pt x="63" y="1"/>
                    <a:pt x="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9"/>
            <p:cNvSpPr/>
            <p:nvPr/>
          </p:nvSpPr>
          <p:spPr>
            <a:xfrm>
              <a:off x="6317966" y="4608042"/>
              <a:ext cx="57977" cy="92281"/>
            </a:xfrm>
            <a:custGeom>
              <a:rect b="b" l="l" r="r" t="t"/>
              <a:pathLst>
                <a:path extrusionOk="0" h="2873" w="1805">
                  <a:moveTo>
                    <a:pt x="1750" y="1"/>
                  </a:moveTo>
                  <a:cubicBezTo>
                    <a:pt x="1740" y="1"/>
                    <a:pt x="1730" y="5"/>
                    <a:pt x="1722" y="13"/>
                  </a:cubicBezTo>
                  <a:cubicBezTo>
                    <a:pt x="1144" y="925"/>
                    <a:pt x="536" y="1836"/>
                    <a:pt x="20" y="2809"/>
                  </a:cubicBezTo>
                  <a:cubicBezTo>
                    <a:pt x="1" y="2847"/>
                    <a:pt x="29" y="2873"/>
                    <a:pt x="60" y="2873"/>
                  </a:cubicBezTo>
                  <a:cubicBezTo>
                    <a:pt x="79" y="2873"/>
                    <a:pt x="99" y="2863"/>
                    <a:pt x="111" y="2840"/>
                  </a:cubicBezTo>
                  <a:cubicBezTo>
                    <a:pt x="719" y="1958"/>
                    <a:pt x="1235" y="985"/>
                    <a:pt x="1783" y="74"/>
                  </a:cubicBezTo>
                  <a:cubicBezTo>
                    <a:pt x="1805" y="29"/>
                    <a:pt x="1778" y="1"/>
                    <a:pt x="17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9"/>
            <p:cNvSpPr/>
            <p:nvPr/>
          </p:nvSpPr>
          <p:spPr>
            <a:xfrm>
              <a:off x="6251512" y="4684582"/>
              <a:ext cx="75675" cy="52613"/>
            </a:xfrm>
            <a:custGeom>
              <a:rect b="b" l="l" r="r" t="t"/>
              <a:pathLst>
                <a:path extrusionOk="0" h="1638" w="2356">
                  <a:moveTo>
                    <a:pt x="2271" y="1"/>
                  </a:moveTo>
                  <a:cubicBezTo>
                    <a:pt x="2278" y="1"/>
                    <a:pt x="2284" y="1"/>
                    <a:pt x="2290" y="3"/>
                  </a:cubicBezTo>
                  <a:lnTo>
                    <a:pt x="2290" y="3"/>
                  </a:lnTo>
                  <a:cubicBezTo>
                    <a:pt x="2294" y="2"/>
                    <a:pt x="2298" y="1"/>
                    <a:pt x="2301" y="1"/>
                  </a:cubicBezTo>
                  <a:close/>
                  <a:moveTo>
                    <a:pt x="2290" y="3"/>
                  </a:moveTo>
                  <a:lnTo>
                    <a:pt x="2290" y="3"/>
                  </a:lnTo>
                  <a:cubicBezTo>
                    <a:pt x="1441" y="159"/>
                    <a:pt x="445" y="825"/>
                    <a:pt x="22" y="1581"/>
                  </a:cubicBezTo>
                  <a:cubicBezTo>
                    <a:pt x="1" y="1602"/>
                    <a:pt x="23" y="1638"/>
                    <a:pt x="49" y="1638"/>
                  </a:cubicBezTo>
                  <a:cubicBezTo>
                    <a:pt x="61" y="1638"/>
                    <a:pt x="73" y="1630"/>
                    <a:pt x="83" y="1612"/>
                  </a:cubicBezTo>
                  <a:cubicBezTo>
                    <a:pt x="447" y="1277"/>
                    <a:pt x="721" y="912"/>
                    <a:pt x="1146" y="639"/>
                  </a:cubicBezTo>
                  <a:cubicBezTo>
                    <a:pt x="1511" y="396"/>
                    <a:pt x="1906" y="244"/>
                    <a:pt x="2301" y="61"/>
                  </a:cubicBezTo>
                  <a:cubicBezTo>
                    <a:pt x="2355" y="61"/>
                    <a:pt x="2337" y="13"/>
                    <a:pt x="2290" y="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9"/>
            <p:cNvSpPr/>
            <p:nvPr/>
          </p:nvSpPr>
          <p:spPr>
            <a:xfrm>
              <a:off x="6410341" y="4682237"/>
              <a:ext cx="40760" cy="78919"/>
            </a:xfrm>
            <a:custGeom>
              <a:rect b="b" l="l" r="r" t="t"/>
              <a:pathLst>
                <a:path extrusionOk="0" h="2457" w="1269">
                  <a:moveTo>
                    <a:pt x="1218" y="0"/>
                  </a:moveTo>
                  <a:cubicBezTo>
                    <a:pt x="1207" y="0"/>
                    <a:pt x="1195" y="4"/>
                    <a:pt x="1186" y="13"/>
                  </a:cubicBezTo>
                  <a:cubicBezTo>
                    <a:pt x="761" y="773"/>
                    <a:pt x="305" y="1563"/>
                    <a:pt x="1" y="2384"/>
                  </a:cubicBezTo>
                  <a:cubicBezTo>
                    <a:pt x="1" y="2428"/>
                    <a:pt x="50" y="2456"/>
                    <a:pt x="88" y="2456"/>
                  </a:cubicBezTo>
                  <a:cubicBezTo>
                    <a:pt x="102" y="2456"/>
                    <a:pt x="114" y="2453"/>
                    <a:pt x="122" y="2444"/>
                  </a:cubicBezTo>
                  <a:cubicBezTo>
                    <a:pt x="548" y="1685"/>
                    <a:pt x="882" y="833"/>
                    <a:pt x="1247" y="43"/>
                  </a:cubicBezTo>
                  <a:cubicBezTo>
                    <a:pt x="1269" y="22"/>
                    <a:pt x="1244" y="0"/>
                    <a:pt x="1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9"/>
            <p:cNvSpPr/>
            <p:nvPr/>
          </p:nvSpPr>
          <p:spPr>
            <a:xfrm>
              <a:off x="6420105" y="4742107"/>
              <a:ext cx="29326" cy="96199"/>
            </a:xfrm>
            <a:custGeom>
              <a:rect b="b" l="l" r="r" t="t"/>
              <a:pathLst>
                <a:path extrusionOk="0" h="2995" w="913">
                  <a:moveTo>
                    <a:pt x="49" y="0"/>
                  </a:moveTo>
                  <a:cubicBezTo>
                    <a:pt x="24" y="0"/>
                    <a:pt x="1" y="26"/>
                    <a:pt x="1" y="64"/>
                  </a:cubicBezTo>
                  <a:cubicBezTo>
                    <a:pt x="214" y="1006"/>
                    <a:pt x="426" y="2100"/>
                    <a:pt x="852" y="2982"/>
                  </a:cubicBezTo>
                  <a:cubicBezTo>
                    <a:pt x="861" y="2991"/>
                    <a:pt x="870" y="2994"/>
                    <a:pt x="878" y="2994"/>
                  </a:cubicBezTo>
                  <a:cubicBezTo>
                    <a:pt x="897" y="2994"/>
                    <a:pt x="913" y="2973"/>
                    <a:pt x="913" y="2951"/>
                  </a:cubicBezTo>
                  <a:cubicBezTo>
                    <a:pt x="791" y="1979"/>
                    <a:pt x="366" y="976"/>
                    <a:pt x="92" y="33"/>
                  </a:cubicBezTo>
                  <a:cubicBezTo>
                    <a:pt x="80" y="10"/>
                    <a:pt x="64" y="0"/>
                    <a:pt x="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9"/>
            <p:cNvSpPr/>
            <p:nvPr/>
          </p:nvSpPr>
          <p:spPr>
            <a:xfrm>
              <a:off x="6444644" y="4835702"/>
              <a:ext cx="88748" cy="69700"/>
            </a:xfrm>
            <a:custGeom>
              <a:rect b="b" l="l" r="r" t="t"/>
              <a:pathLst>
                <a:path extrusionOk="0" h="2170" w="2763">
                  <a:moveTo>
                    <a:pt x="64" y="1"/>
                  </a:moveTo>
                  <a:cubicBezTo>
                    <a:pt x="20" y="1"/>
                    <a:pt x="1" y="72"/>
                    <a:pt x="27" y="98"/>
                  </a:cubicBezTo>
                  <a:cubicBezTo>
                    <a:pt x="513" y="311"/>
                    <a:pt x="1000" y="493"/>
                    <a:pt x="1456" y="736"/>
                  </a:cubicBezTo>
                  <a:cubicBezTo>
                    <a:pt x="1668" y="828"/>
                    <a:pt x="1912" y="919"/>
                    <a:pt x="2094" y="1071"/>
                  </a:cubicBezTo>
                  <a:cubicBezTo>
                    <a:pt x="2337" y="1223"/>
                    <a:pt x="2520" y="1435"/>
                    <a:pt x="2520" y="1739"/>
                  </a:cubicBezTo>
                  <a:cubicBezTo>
                    <a:pt x="2520" y="1952"/>
                    <a:pt x="2520" y="1922"/>
                    <a:pt x="2520" y="2135"/>
                  </a:cubicBezTo>
                  <a:cubicBezTo>
                    <a:pt x="2502" y="2152"/>
                    <a:pt x="2525" y="2170"/>
                    <a:pt x="2553" y="2170"/>
                  </a:cubicBezTo>
                  <a:cubicBezTo>
                    <a:pt x="2574" y="2170"/>
                    <a:pt x="2598" y="2160"/>
                    <a:pt x="2611" y="2135"/>
                  </a:cubicBezTo>
                  <a:cubicBezTo>
                    <a:pt x="2763" y="1587"/>
                    <a:pt x="2641" y="1223"/>
                    <a:pt x="2185" y="949"/>
                  </a:cubicBezTo>
                  <a:cubicBezTo>
                    <a:pt x="1516" y="554"/>
                    <a:pt x="787" y="250"/>
                    <a:pt x="88" y="7"/>
                  </a:cubicBezTo>
                  <a:cubicBezTo>
                    <a:pt x="79" y="3"/>
                    <a:pt x="7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9"/>
            <p:cNvSpPr/>
            <p:nvPr/>
          </p:nvSpPr>
          <p:spPr>
            <a:xfrm>
              <a:off x="6227102" y="4736326"/>
              <a:ext cx="25118" cy="28747"/>
            </a:xfrm>
            <a:custGeom>
              <a:rect b="b" l="l" r="r" t="t"/>
              <a:pathLst>
                <a:path extrusionOk="0" h="895" w="782">
                  <a:moveTo>
                    <a:pt x="721" y="1"/>
                  </a:moveTo>
                  <a:cubicBezTo>
                    <a:pt x="478" y="244"/>
                    <a:pt x="204" y="548"/>
                    <a:pt x="22" y="852"/>
                  </a:cubicBezTo>
                  <a:cubicBezTo>
                    <a:pt x="0" y="873"/>
                    <a:pt x="9" y="895"/>
                    <a:pt x="27" y="895"/>
                  </a:cubicBezTo>
                  <a:cubicBezTo>
                    <a:pt x="34" y="895"/>
                    <a:pt x="43" y="891"/>
                    <a:pt x="52" y="882"/>
                  </a:cubicBezTo>
                  <a:cubicBezTo>
                    <a:pt x="326" y="639"/>
                    <a:pt x="569" y="335"/>
                    <a:pt x="782" y="31"/>
                  </a:cubicBezTo>
                  <a:cubicBezTo>
                    <a:pt x="782" y="1"/>
                    <a:pt x="751" y="1"/>
                    <a:pt x="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9"/>
            <p:cNvSpPr/>
            <p:nvPr/>
          </p:nvSpPr>
          <p:spPr>
            <a:xfrm>
              <a:off x="6232658" y="4763659"/>
              <a:ext cx="72816" cy="61221"/>
            </a:xfrm>
            <a:custGeom>
              <a:rect b="b" l="l" r="r" t="t"/>
              <a:pathLst>
                <a:path extrusionOk="0" h="1906" w="2267">
                  <a:moveTo>
                    <a:pt x="62" y="1"/>
                  </a:moveTo>
                  <a:cubicBezTo>
                    <a:pt x="31" y="1"/>
                    <a:pt x="1" y="31"/>
                    <a:pt x="31" y="61"/>
                  </a:cubicBezTo>
                  <a:cubicBezTo>
                    <a:pt x="335" y="426"/>
                    <a:pt x="761" y="730"/>
                    <a:pt x="1125" y="1034"/>
                  </a:cubicBezTo>
                  <a:cubicBezTo>
                    <a:pt x="1460" y="1338"/>
                    <a:pt x="1794" y="1642"/>
                    <a:pt x="2159" y="1885"/>
                  </a:cubicBezTo>
                  <a:cubicBezTo>
                    <a:pt x="2173" y="1899"/>
                    <a:pt x="2187" y="1905"/>
                    <a:pt x="2200" y="1905"/>
                  </a:cubicBezTo>
                  <a:cubicBezTo>
                    <a:pt x="2241" y="1905"/>
                    <a:pt x="2266" y="1841"/>
                    <a:pt x="2220" y="1794"/>
                  </a:cubicBezTo>
                  <a:cubicBezTo>
                    <a:pt x="1885" y="1460"/>
                    <a:pt x="1490" y="1156"/>
                    <a:pt x="1095" y="821"/>
                  </a:cubicBezTo>
                  <a:cubicBezTo>
                    <a:pt x="761" y="548"/>
                    <a:pt x="457" y="213"/>
                    <a:pt x="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6301008" y="4806634"/>
              <a:ext cx="14679" cy="16028"/>
            </a:xfrm>
            <a:custGeom>
              <a:rect b="b" l="l" r="r" t="t"/>
              <a:pathLst>
                <a:path extrusionOk="0" h="499" w="457">
                  <a:moveTo>
                    <a:pt x="365" y="0"/>
                  </a:moveTo>
                  <a:cubicBezTo>
                    <a:pt x="304" y="91"/>
                    <a:pt x="213" y="152"/>
                    <a:pt x="153" y="213"/>
                  </a:cubicBezTo>
                  <a:cubicBezTo>
                    <a:pt x="92" y="304"/>
                    <a:pt x="31" y="365"/>
                    <a:pt x="1" y="456"/>
                  </a:cubicBezTo>
                  <a:cubicBezTo>
                    <a:pt x="1" y="477"/>
                    <a:pt x="16" y="499"/>
                    <a:pt x="35" y="499"/>
                  </a:cubicBezTo>
                  <a:cubicBezTo>
                    <a:pt x="44" y="499"/>
                    <a:pt x="52" y="495"/>
                    <a:pt x="61" y="486"/>
                  </a:cubicBezTo>
                  <a:cubicBezTo>
                    <a:pt x="153" y="456"/>
                    <a:pt x="213" y="365"/>
                    <a:pt x="244" y="304"/>
                  </a:cubicBezTo>
                  <a:cubicBezTo>
                    <a:pt x="335" y="213"/>
                    <a:pt x="365" y="122"/>
                    <a:pt x="426" y="30"/>
                  </a:cubicBezTo>
                  <a:cubicBezTo>
                    <a:pt x="456" y="0"/>
                    <a:pt x="396" y="0"/>
                    <a:pt x="3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9"/>
            <p:cNvSpPr/>
            <p:nvPr/>
          </p:nvSpPr>
          <p:spPr>
            <a:xfrm>
              <a:off x="6371477" y="4610130"/>
              <a:ext cx="83544" cy="72720"/>
            </a:xfrm>
            <a:custGeom>
              <a:rect b="b" l="l" r="r" t="t"/>
              <a:pathLst>
                <a:path extrusionOk="0" h="2264" w="2601">
                  <a:moveTo>
                    <a:pt x="39" y="0"/>
                  </a:moveTo>
                  <a:cubicBezTo>
                    <a:pt x="16" y="0"/>
                    <a:pt x="1" y="45"/>
                    <a:pt x="25" y="69"/>
                  </a:cubicBezTo>
                  <a:cubicBezTo>
                    <a:pt x="968" y="647"/>
                    <a:pt x="1484" y="1771"/>
                    <a:pt x="2487" y="2258"/>
                  </a:cubicBezTo>
                  <a:cubicBezTo>
                    <a:pt x="2496" y="2262"/>
                    <a:pt x="2504" y="2264"/>
                    <a:pt x="2513" y="2264"/>
                  </a:cubicBezTo>
                  <a:cubicBezTo>
                    <a:pt x="2563" y="2264"/>
                    <a:pt x="2601" y="2193"/>
                    <a:pt x="2548" y="2167"/>
                  </a:cubicBezTo>
                  <a:cubicBezTo>
                    <a:pt x="1606" y="1559"/>
                    <a:pt x="1059" y="525"/>
                    <a:pt x="56" y="9"/>
                  </a:cubicBezTo>
                  <a:cubicBezTo>
                    <a:pt x="50" y="3"/>
                    <a:pt x="44" y="0"/>
                    <a:pt x="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6316907" y="4589092"/>
              <a:ext cx="56371" cy="21745"/>
            </a:xfrm>
            <a:custGeom>
              <a:rect b="b" l="l" r="r" t="t"/>
              <a:pathLst>
                <a:path extrusionOk="0" h="677" w="1755">
                  <a:moveTo>
                    <a:pt x="850" y="1"/>
                  </a:moveTo>
                  <a:cubicBezTo>
                    <a:pt x="576" y="1"/>
                    <a:pt x="289" y="89"/>
                    <a:pt x="53" y="238"/>
                  </a:cubicBezTo>
                  <a:cubicBezTo>
                    <a:pt x="0" y="264"/>
                    <a:pt x="38" y="335"/>
                    <a:pt x="88" y="335"/>
                  </a:cubicBezTo>
                  <a:cubicBezTo>
                    <a:pt x="96" y="335"/>
                    <a:pt x="105" y="333"/>
                    <a:pt x="113" y="329"/>
                  </a:cubicBezTo>
                  <a:cubicBezTo>
                    <a:pt x="353" y="191"/>
                    <a:pt x="608" y="110"/>
                    <a:pt x="850" y="110"/>
                  </a:cubicBezTo>
                  <a:cubicBezTo>
                    <a:pt x="1193" y="110"/>
                    <a:pt x="1511" y="272"/>
                    <a:pt x="1724" y="664"/>
                  </a:cubicBezTo>
                  <a:cubicBezTo>
                    <a:pt x="1724" y="672"/>
                    <a:pt x="1727" y="676"/>
                    <a:pt x="1731" y="676"/>
                  </a:cubicBezTo>
                  <a:cubicBezTo>
                    <a:pt x="1740" y="676"/>
                    <a:pt x="1755" y="655"/>
                    <a:pt x="1755" y="633"/>
                  </a:cubicBezTo>
                  <a:cubicBezTo>
                    <a:pt x="1611" y="184"/>
                    <a:pt x="1245" y="1"/>
                    <a:pt x="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6318994" y="4597057"/>
              <a:ext cx="8415" cy="16702"/>
            </a:xfrm>
            <a:custGeom>
              <a:rect b="b" l="l" r="r" t="t"/>
              <a:pathLst>
                <a:path extrusionOk="0" h="520" w="262">
                  <a:moveTo>
                    <a:pt x="34" y="0"/>
                  </a:moveTo>
                  <a:cubicBezTo>
                    <a:pt x="14" y="0"/>
                    <a:pt x="0" y="15"/>
                    <a:pt x="18" y="51"/>
                  </a:cubicBezTo>
                  <a:cubicBezTo>
                    <a:pt x="18" y="142"/>
                    <a:pt x="48" y="203"/>
                    <a:pt x="79" y="294"/>
                  </a:cubicBezTo>
                  <a:cubicBezTo>
                    <a:pt x="109" y="385"/>
                    <a:pt x="140" y="446"/>
                    <a:pt x="200" y="507"/>
                  </a:cubicBezTo>
                  <a:cubicBezTo>
                    <a:pt x="200" y="516"/>
                    <a:pt x="206" y="519"/>
                    <a:pt x="213" y="519"/>
                  </a:cubicBezTo>
                  <a:cubicBezTo>
                    <a:pt x="231" y="519"/>
                    <a:pt x="261" y="498"/>
                    <a:pt x="261" y="476"/>
                  </a:cubicBezTo>
                  <a:cubicBezTo>
                    <a:pt x="231" y="416"/>
                    <a:pt x="200" y="324"/>
                    <a:pt x="170" y="264"/>
                  </a:cubicBezTo>
                  <a:cubicBezTo>
                    <a:pt x="140" y="172"/>
                    <a:pt x="109" y="112"/>
                    <a:pt x="79" y="20"/>
                  </a:cubicBezTo>
                  <a:cubicBezTo>
                    <a:pt x="66" y="8"/>
                    <a:pt x="48" y="0"/>
                    <a:pt x="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6323459" y="4598984"/>
              <a:ext cx="45932" cy="12559"/>
            </a:xfrm>
            <a:custGeom>
              <a:rect b="b" l="l" r="r" t="t"/>
              <a:pathLst>
                <a:path extrusionOk="0" h="391" w="1430">
                  <a:moveTo>
                    <a:pt x="901" y="1"/>
                  </a:moveTo>
                  <a:cubicBezTo>
                    <a:pt x="588" y="1"/>
                    <a:pt x="266" y="88"/>
                    <a:pt x="31" y="264"/>
                  </a:cubicBezTo>
                  <a:cubicBezTo>
                    <a:pt x="4" y="291"/>
                    <a:pt x="1" y="391"/>
                    <a:pt x="65" y="391"/>
                  </a:cubicBezTo>
                  <a:cubicBezTo>
                    <a:pt x="73" y="391"/>
                    <a:pt x="82" y="389"/>
                    <a:pt x="92" y="386"/>
                  </a:cubicBezTo>
                  <a:cubicBezTo>
                    <a:pt x="274" y="295"/>
                    <a:pt x="457" y="204"/>
                    <a:pt x="669" y="173"/>
                  </a:cubicBezTo>
                  <a:cubicBezTo>
                    <a:pt x="772" y="147"/>
                    <a:pt x="875" y="138"/>
                    <a:pt x="978" y="138"/>
                  </a:cubicBezTo>
                  <a:cubicBezTo>
                    <a:pt x="1118" y="138"/>
                    <a:pt x="1258" y="156"/>
                    <a:pt x="1399" y="173"/>
                  </a:cubicBezTo>
                  <a:cubicBezTo>
                    <a:pt x="1429" y="173"/>
                    <a:pt x="1429" y="112"/>
                    <a:pt x="1399" y="82"/>
                  </a:cubicBezTo>
                  <a:cubicBezTo>
                    <a:pt x="1247" y="28"/>
                    <a:pt x="1075" y="1"/>
                    <a:pt x="9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6322431" y="4590665"/>
              <a:ext cx="41081" cy="16317"/>
            </a:xfrm>
            <a:custGeom>
              <a:rect b="b" l="l" r="r" t="t"/>
              <a:pathLst>
                <a:path extrusionOk="0" h="508" w="1279">
                  <a:moveTo>
                    <a:pt x="877" y="1"/>
                  </a:moveTo>
                  <a:cubicBezTo>
                    <a:pt x="630" y="1"/>
                    <a:pt x="398" y="66"/>
                    <a:pt x="168" y="169"/>
                  </a:cubicBezTo>
                  <a:lnTo>
                    <a:pt x="168" y="169"/>
                  </a:lnTo>
                  <a:cubicBezTo>
                    <a:pt x="142" y="176"/>
                    <a:pt x="117" y="183"/>
                    <a:pt x="93" y="189"/>
                  </a:cubicBezTo>
                  <a:lnTo>
                    <a:pt x="100" y="201"/>
                  </a:lnTo>
                  <a:lnTo>
                    <a:pt x="100" y="201"/>
                  </a:lnTo>
                  <a:cubicBezTo>
                    <a:pt x="87" y="207"/>
                    <a:pt x="75" y="213"/>
                    <a:pt x="63" y="219"/>
                  </a:cubicBezTo>
                  <a:cubicBezTo>
                    <a:pt x="0" y="240"/>
                    <a:pt x="10" y="334"/>
                    <a:pt x="61" y="380"/>
                  </a:cubicBezTo>
                  <a:lnTo>
                    <a:pt x="61" y="380"/>
                  </a:lnTo>
                  <a:cubicBezTo>
                    <a:pt x="40" y="435"/>
                    <a:pt x="88" y="507"/>
                    <a:pt x="159" y="507"/>
                  </a:cubicBezTo>
                  <a:cubicBezTo>
                    <a:pt x="177" y="507"/>
                    <a:pt x="195" y="503"/>
                    <a:pt x="215" y="493"/>
                  </a:cubicBezTo>
                  <a:cubicBezTo>
                    <a:pt x="245" y="476"/>
                    <a:pt x="276" y="459"/>
                    <a:pt x="307" y="443"/>
                  </a:cubicBezTo>
                  <a:lnTo>
                    <a:pt x="307" y="443"/>
                  </a:lnTo>
                  <a:cubicBezTo>
                    <a:pt x="419" y="400"/>
                    <a:pt x="554" y="395"/>
                    <a:pt x="671" y="371"/>
                  </a:cubicBezTo>
                  <a:cubicBezTo>
                    <a:pt x="853" y="341"/>
                    <a:pt x="1036" y="280"/>
                    <a:pt x="1218" y="280"/>
                  </a:cubicBezTo>
                  <a:cubicBezTo>
                    <a:pt x="1279" y="280"/>
                    <a:pt x="1279" y="189"/>
                    <a:pt x="1218" y="189"/>
                  </a:cubicBezTo>
                  <a:lnTo>
                    <a:pt x="1218" y="159"/>
                  </a:lnTo>
                  <a:cubicBezTo>
                    <a:pt x="1183" y="153"/>
                    <a:pt x="1148" y="150"/>
                    <a:pt x="1113" y="150"/>
                  </a:cubicBezTo>
                  <a:cubicBezTo>
                    <a:pt x="1096" y="150"/>
                    <a:pt x="1079" y="151"/>
                    <a:pt x="1062" y="152"/>
                  </a:cubicBezTo>
                  <a:lnTo>
                    <a:pt x="1062" y="152"/>
                  </a:lnTo>
                  <a:cubicBezTo>
                    <a:pt x="1089" y="99"/>
                    <a:pt x="1070" y="7"/>
                    <a:pt x="1005" y="7"/>
                  </a:cubicBezTo>
                  <a:cubicBezTo>
                    <a:pt x="962" y="3"/>
                    <a:pt x="919" y="1"/>
                    <a:pt x="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6254146" y="4738285"/>
              <a:ext cx="273405" cy="165996"/>
            </a:xfrm>
            <a:custGeom>
              <a:rect b="b" l="l" r="r" t="t"/>
              <a:pathLst>
                <a:path extrusionOk="0" h="5168" w="8512">
                  <a:moveTo>
                    <a:pt x="1" y="0"/>
                  </a:moveTo>
                  <a:lnTo>
                    <a:pt x="1" y="0"/>
                  </a:lnTo>
                  <a:cubicBezTo>
                    <a:pt x="1824" y="2402"/>
                    <a:pt x="5381" y="5016"/>
                    <a:pt x="8451" y="5168"/>
                  </a:cubicBezTo>
                  <a:cubicBezTo>
                    <a:pt x="8511" y="5168"/>
                    <a:pt x="8511" y="5076"/>
                    <a:pt x="8451" y="5076"/>
                  </a:cubicBezTo>
                  <a:cubicBezTo>
                    <a:pt x="5350" y="4924"/>
                    <a:pt x="2007" y="2219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6520670" y="4905465"/>
              <a:ext cx="5878" cy="25568"/>
            </a:xfrm>
            <a:custGeom>
              <a:rect b="b" l="l" r="r" t="t"/>
              <a:pathLst>
                <a:path extrusionOk="0" h="796" w="183">
                  <a:moveTo>
                    <a:pt x="153" y="1"/>
                  </a:moveTo>
                  <a:cubicBezTo>
                    <a:pt x="137" y="1"/>
                    <a:pt x="122" y="8"/>
                    <a:pt x="122" y="23"/>
                  </a:cubicBezTo>
                  <a:cubicBezTo>
                    <a:pt x="122" y="175"/>
                    <a:pt x="92" y="297"/>
                    <a:pt x="61" y="449"/>
                  </a:cubicBezTo>
                  <a:cubicBezTo>
                    <a:pt x="31" y="540"/>
                    <a:pt x="1" y="662"/>
                    <a:pt x="1" y="753"/>
                  </a:cubicBezTo>
                  <a:cubicBezTo>
                    <a:pt x="1" y="774"/>
                    <a:pt x="31" y="796"/>
                    <a:pt x="49" y="796"/>
                  </a:cubicBezTo>
                  <a:cubicBezTo>
                    <a:pt x="56" y="796"/>
                    <a:pt x="61" y="792"/>
                    <a:pt x="61" y="783"/>
                  </a:cubicBezTo>
                  <a:cubicBezTo>
                    <a:pt x="183" y="570"/>
                    <a:pt x="183" y="267"/>
                    <a:pt x="183" y="23"/>
                  </a:cubicBezTo>
                  <a:cubicBezTo>
                    <a:pt x="183" y="8"/>
                    <a:pt x="168" y="1"/>
                    <a:pt x="1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6301971" y="4808497"/>
              <a:ext cx="220697" cy="126039"/>
            </a:xfrm>
            <a:custGeom>
              <a:rect b="b" l="l" r="r" t="t"/>
              <a:pathLst>
                <a:path extrusionOk="0" h="3924" w="6871">
                  <a:moveTo>
                    <a:pt x="387" y="0"/>
                  </a:moveTo>
                  <a:cubicBezTo>
                    <a:pt x="367" y="0"/>
                    <a:pt x="347" y="10"/>
                    <a:pt x="335" y="33"/>
                  </a:cubicBezTo>
                  <a:cubicBezTo>
                    <a:pt x="1" y="1188"/>
                    <a:pt x="1004" y="1827"/>
                    <a:pt x="1916" y="2282"/>
                  </a:cubicBezTo>
                  <a:cubicBezTo>
                    <a:pt x="3405" y="3042"/>
                    <a:pt x="5107" y="3772"/>
                    <a:pt x="6779" y="3924"/>
                  </a:cubicBezTo>
                  <a:cubicBezTo>
                    <a:pt x="6870" y="3924"/>
                    <a:pt x="6870" y="3741"/>
                    <a:pt x="6779" y="3741"/>
                  </a:cubicBezTo>
                  <a:cubicBezTo>
                    <a:pt x="5168" y="3681"/>
                    <a:pt x="62" y="2343"/>
                    <a:pt x="426" y="64"/>
                  </a:cubicBezTo>
                  <a:cubicBezTo>
                    <a:pt x="445" y="26"/>
                    <a:pt x="418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6364732" y="3987115"/>
              <a:ext cx="438117" cy="676415"/>
            </a:xfrm>
            <a:custGeom>
              <a:rect b="b" l="l" r="r" t="t"/>
              <a:pathLst>
                <a:path extrusionOk="0" h="21059" w="13640">
                  <a:moveTo>
                    <a:pt x="13605" y="1"/>
                  </a:moveTo>
                  <a:cubicBezTo>
                    <a:pt x="13597" y="1"/>
                    <a:pt x="13588" y="4"/>
                    <a:pt x="13579" y="13"/>
                  </a:cubicBezTo>
                  <a:cubicBezTo>
                    <a:pt x="8898" y="6913"/>
                    <a:pt x="4491" y="13965"/>
                    <a:pt x="23" y="20986"/>
                  </a:cubicBezTo>
                  <a:cubicBezTo>
                    <a:pt x="0" y="21031"/>
                    <a:pt x="27" y="21059"/>
                    <a:pt x="55" y="21059"/>
                  </a:cubicBezTo>
                  <a:cubicBezTo>
                    <a:pt x="65" y="21059"/>
                    <a:pt x="75" y="21055"/>
                    <a:pt x="83" y="21047"/>
                  </a:cubicBezTo>
                  <a:cubicBezTo>
                    <a:pt x="4643" y="14086"/>
                    <a:pt x="9324" y="7156"/>
                    <a:pt x="13640" y="44"/>
                  </a:cubicBezTo>
                  <a:cubicBezTo>
                    <a:pt x="13640" y="22"/>
                    <a:pt x="13625" y="1"/>
                    <a:pt x="136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6407643" y="4196050"/>
              <a:ext cx="497442" cy="525355"/>
            </a:xfrm>
            <a:custGeom>
              <a:rect b="b" l="l" r="r" t="t"/>
              <a:pathLst>
                <a:path extrusionOk="0" h="16356" w="15487">
                  <a:moveTo>
                    <a:pt x="15436" y="0"/>
                  </a:moveTo>
                  <a:cubicBezTo>
                    <a:pt x="15425" y="0"/>
                    <a:pt x="15413" y="4"/>
                    <a:pt x="15404" y="13"/>
                  </a:cubicBezTo>
                  <a:cubicBezTo>
                    <a:pt x="10237" y="5332"/>
                    <a:pt x="4796" y="10560"/>
                    <a:pt x="24" y="16274"/>
                  </a:cubicBezTo>
                  <a:cubicBezTo>
                    <a:pt x="1" y="16298"/>
                    <a:pt x="30" y="16356"/>
                    <a:pt x="73" y="16356"/>
                  </a:cubicBezTo>
                  <a:cubicBezTo>
                    <a:pt x="86" y="16356"/>
                    <a:pt x="101" y="16350"/>
                    <a:pt x="115" y="16335"/>
                  </a:cubicBezTo>
                  <a:cubicBezTo>
                    <a:pt x="5161" y="10864"/>
                    <a:pt x="10450" y="5575"/>
                    <a:pt x="15465" y="43"/>
                  </a:cubicBezTo>
                  <a:cubicBezTo>
                    <a:pt x="15487" y="22"/>
                    <a:pt x="15462" y="0"/>
                    <a:pt x="154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0" name="Google Shape;380;p29"/>
          <p:cNvSpPr/>
          <p:nvPr/>
        </p:nvSpPr>
        <p:spPr>
          <a:xfrm>
            <a:off x="3512050" y="-1265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9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382" name="Google Shape;382;p29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383" name="Google Shape;383;p29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384" name="Google Shape;384;p29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385" name="Google Shape;385;p29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386" name="Google Shape;386;p29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387" name="Google Shape;387;p29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0"/>
          <p:cNvSpPr txBox="1"/>
          <p:nvPr>
            <p:ph type="ctrTitle"/>
          </p:nvPr>
        </p:nvSpPr>
        <p:spPr>
          <a:xfrm>
            <a:off x="855450" y="685638"/>
            <a:ext cx="7433100" cy="11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lang="en" sz="2700"/>
              <a:t>Relación</a:t>
            </a:r>
            <a:r>
              <a:rPr lang="en" sz="2700"/>
              <a:t> con las competencias del perfil de egreso</a:t>
            </a:r>
            <a:endParaRPr sz="2700"/>
          </a:p>
        </p:txBody>
      </p:sp>
      <p:sp>
        <p:nvSpPr>
          <p:cNvPr id="393" name="Google Shape;393;p30"/>
          <p:cNvSpPr txBox="1"/>
          <p:nvPr>
            <p:ph idx="1" type="subTitle"/>
          </p:nvPr>
        </p:nvSpPr>
        <p:spPr>
          <a:xfrm>
            <a:off x="895150" y="1776175"/>
            <a:ext cx="5107200" cy="264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Integra competencias: Gestión, modelado de datos y desarrollo de software.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Uso de buenas prácticas y certificación de procesos.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Aborda la falta de trazabilidad, control y eficiencia en talleres de PepsiCo.</a:t>
            </a:r>
            <a:br>
              <a:rPr lang="en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Evidencia el logro de las capacidades del perfil profesional.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0" title="GettyImages-95607306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2350" y="1929625"/>
            <a:ext cx="2152800" cy="18351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5" name="Google Shape;395;p30"/>
          <p:cNvSpPr/>
          <p:nvPr/>
        </p:nvSpPr>
        <p:spPr>
          <a:xfrm>
            <a:off x="3512050" y="-1265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0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397" name="Google Shape;397;p30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398" name="Google Shape;398;p30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399" name="Google Shape;399;p30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400" name="Google Shape;400;p30">
            <a:hlinkClick action="ppaction://hlinksldjump" r:id="rId6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401" name="Google Shape;401;p30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402" name="Google Shape;402;p30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403" name="Google Shape;403;p30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0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0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0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1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1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1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1"/>
          <p:cNvSpPr txBox="1"/>
          <p:nvPr>
            <p:ph type="title"/>
          </p:nvPr>
        </p:nvSpPr>
        <p:spPr>
          <a:xfrm>
            <a:off x="548700" y="1032100"/>
            <a:ext cx="27927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general</a:t>
            </a:r>
            <a:endParaRPr/>
          </a:p>
        </p:txBody>
      </p:sp>
      <p:sp>
        <p:nvSpPr>
          <p:cNvPr id="416" name="Google Shape;416;p31"/>
          <p:cNvSpPr txBox="1"/>
          <p:nvPr>
            <p:ph idx="1" type="subTitle"/>
          </p:nvPr>
        </p:nvSpPr>
        <p:spPr>
          <a:xfrm>
            <a:off x="548700" y="1463475"/>
            <a:ext cx="3995700" cy="8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Desarrollar una plataforma tecnológica que gestione de manera eficiente y centralizada el ingreso de vehículos al taller, optimizando tiempos, mejorando la comunicación y asegurando la trazabilidad de la información.</a:t>
            </a:r>
            <a:endParaRPr/>
          </a:p>
        </p:txBody>
      </p:sp>
      <p:sp>
        <p:nvSpPr>
          <p:cNvPr id="417" name="Google Shape;417;p31"/>
          <p:cNvSpPr/>
          <p:nvPr/>
        </p:nvSpPr>
        <p:spPr>
          <a:xfrm>
            <a:off x="649199" y="1396275"/>
            <a:ext cx="25767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1"/>
          <p:cNvSpPr/>
          <p:nvPr/>
        </p:nvSpPr>
        <p:spPr>
          <a:xfrm>
            <a:off x="4544400" y="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1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420" name="Google Shape;420;p31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421" name="Google Shape;421;p31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422" name="Google Shape;422;p31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423" name="Google Shape;423;p31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424" name="Google Shape;424;p31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425" name="Google Shape;425;p31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426" name="Google Shape;426;p31"/>
          <p:cNvSpPr txBox="1"/>
          <p:nvPr>
            <p:ph type="title"/>
          </p:nvPr>
        </p:nvSpPr>
        <p:spPr>
          <a:xfrm>
            <a:off x="548700" y="2683258"/>
            <a:ext cx="3743400" cy="41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</a:t>
            </a:r>
            <a:r>
              <a:rPr lang="en"/>
              <a:t>específicos</a:t>
            </a:r>
            <a:endParaRPr/>
          </a:p>
        </p:txBody>
      </p:sp>
      <p:sp>
        <p:nvSpPr>
          <p:cNvPr id="427" name="Google Shape;427;p31"/>
          <p:cNvSpPr txBox="1"/>
          <p:nvPr>
            <p:ph idx="1" type="subTitle"/>
          </p:nvPr>
        </p:nvSpPr>
        <p:spPr>
          <a:xfrm>
            <a:off x="548700" y="3114633"/>
            <a:ext cx="4209300" cy="12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• Facilitar la programación y control de los ingresos de vehículos.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• Permitir la gestión en tiempo real de estados y pausas del proceso.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• Integrar la comunicación y la documentación en una sola plataforma.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• Generar reportes automáticos para la toma de decisiones.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1"/>
          <p:cNvSpPr/>
          <p:nvPr/>
        </p:nvSpPr>
        <p:spPr>
          <a:xfrm>
            <a:off x="649200" y="3047433"/>
            <a:ext cx="32946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9" name="Google Shape;42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9750" y="1099100"/>
            <a:ext cx="3810300" cy="2600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2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2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2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2"/>
          <p:cNvSpPr/>
          <p:nvPr/>
        </p:nvSpPr>
        <p:spPr>
          <a:xfrm>
            <a:off x="5607438" y="0"/>
            <a:ext cx="892500" cy="561300"/>
          </a:xfrm>
          <a:prstGeom prst="rect">
            <a:avLst/>
          </a:prstGeom>
          <a:solidFill>
            <a:srgbClr val="F6D0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2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440" name="Google Shape;440;p32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441" name="Google Shape;441;p32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442" name="Google Shape;442;p32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443" name="Google Shape;443;p32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444" name="Google Shape;444;p32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445" name="Google Shape;445;p32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pic>
        <p:nvPicPr>
          <p:cNvPr id="446" name="Google Shape;446;p32"/>
          <p:cNvPicPr preferRelativeResize="0"/>
          <p:nvPr/>
        </p:nvPicPr>
        <p:blipFill rotWithShape="1">
          <a:blip r:embed="rId6">
            <a:alphaModFix/>
          </a:blip>
          <a:srcRect b="6454" l="0" r="2515" t="0"/>
          <a:stretch/>
        </p:blipFill>
        <p:spPr>
          <a:xfrm>
            <a:off x="548700" y="548650"/>
            <a:ext cx="7844424" cy="376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2"/>
          <p:cNvSpPr txBox="1"/>
          <p:nvPr>
            <p:ph idx="4294967295" type="title"/>
          </p:nvPr>
        </p:nvSpPr>
        <p:spPr>
          <a:xfrm>
            <a:off x="3410850" y="4403125"/>
            <a:ext cx="23223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Metodología</a:t>
            </a:r>
            <a:endParaRPr sz="2500"/>
          </a:p>
        </p:txBody>
      </p:sp>
      <p:pic>
        <p:nvPicPr>
          <p:cNvPr id="448" name="Google Shape;448;p32"/>
          <p:cNvPicPr preferRelativeResize="0"/>
          <p:nvPr/>
        </p:nvPicPr>
        <p:blipFill rotWithShape="1">
          <a:blip r:embed="rId6">
            <a:alphaModFix/>
          </a:blip>
          <a:srcRect b="0" l="0" r="95303" t="0"/>
          <a:stretch/>
        </p:blipFill>
        <p:spPr>
          <a:xfrm>
            <a:off x="8393125" y="548650"/>
            <a:ext cx="270899" cy="269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3"/>
          <p:cNvSpPr/>
          <p:nvPr/>
        </p:nvSpPr>
        <p:spPr>
          <a:xfrm>
            <a:off x="5607450" y="0"/>
            <a:ext cx="892500" cy="548700"/>
          </a:xfrm>
          <a:prstGeom prst="rect">
            <a:avLst/>
          </a:prstGeom>
          <a:solidFill>
            <a:srgbClr val="F6D0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3"/>
          <p:cNvSpPr txBox="1"/>
          <p:nvPr>
            <p:ph type="title"/>
          </p:nvPr>
        </p:nvSpPr>
        <p:spPr>
          <a:xfrm>
            <a:off x="1347453" y="9616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Jesús L.</a:t>
            </a:r>
            <a:endParaRPr/>
          </a:p>
        </p:txBody>
      </p:sp>
      <p:sp>
        <p:nvSpPr>
          <p:cNvPr id="455" name="Google Shape;455;p33"/>
          <p:cNvSpPr txBox="1"/>
          <p:nvPr>
            <p:ph idx="1" type="subTitle"/>
          </p:nvPr>
        </p:nvSpPr>
        <p:spPr>
          <a:xfrm>
            <a:off x="1347450" y="1208699"/>
            <a:ext cx="1915200" cy="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Responsable de la arquitectura y lógica del servidor.</a:t>
            </a:r>
            <a:endParaRPr/>
          </a:p>
        </p:txBody>
      </p:sp>
      <p:sp>
        <p:nvSpPr>
          <p:cNvPr id="456" name="Google Shape;456;p33"/>
          <p:cNvSpPr txBox="1"/>
          <p:nvPr>
            <p:ph idx="2" type="title"/>
          </p:nvPr>
        </p:nvSpPr>
        <p:spPr>
          <a:xfrm>
            <a:off x="3593740" y="9616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Nicolás A.</a:t>
            </a:r>
            <a:endParaRPr/>
          </a:p>
        </p:txBody>
      </p:sp>
      <p:sp>
        <p:nvSpPr>
          <p:cNvPr id="457" name="Google Shape;457;p33"/>
          <p:cNvSpPr txBox="1"/>
          <p:nvPr>
            <p:ph idx="3" type="subTitle"/>
          </p:nvPr>
        </p:nvSpPr>
        <p:spPr>
          <a:xfrm>
            <a:off x="3593740" y="1208702"/>
            <a:ext cx="1915200" cy="5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master.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Líder</a:t>
            </a:r>
            <a:r>
              <a:rPr lang="en"/>
              <a:t> del proyecto</a:t>
            </a:r>
            <a:endParaRPr/>
          </a:p>
        </p:txBody>
      </p:sp>
      <p:sp>
        <p:nvSpPr>
          <p:cNvPr id="458" name="Google Shape;458;p33"/>
          <p:cNvSpPr txBox="1"/>
          <p:nvPr>
            <p:ph idx="4" type="title"/>
          </p:nvPr>
        </p:nvSpPr>
        <p:spPr>
          <a:xfrm>
            <a:off x="5837049" y="961600"/>
            <a:ext cx="1915200" cy="39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Matías E.</a:t>
            </a:r>
            <a:endParaRPr/>
          </a:p>
        </p:txBody>
      </p:sp>
      <p:sp>
        <p:nvSpPr>
          <p:cNvPr id="459" name="Google Shape;459;p33"/>
          <p:cNvSpPr txBox="1"/>
          <p:nvPr>
            <p:ph idx="5" type="subTitle"/>
          </p:nvPr>
        </p:nvSpPr>
        <p:spPr>
          <a:xfrm>
            <a:off x="5792650" y="1208700"/>
            <a:ext cx="2004000" cy="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Responsable de la interfaz de usuario y experiencia de usuario.</a:t>
            </a:r>
            <a:endParaRPr/>
          </a:p>
        </p:txBody>
      </p:sp>
      <p:sp>
        <p:nvSpPr>
          <p:cNvPr id="460" name="Google Shape;460;p33"/>
          <p:cNvSpPr/>
          <p:nvPr/>
        </p:nvSpPr>
        <p:spPr>
          <a:xfrm>
            <a:off x="3596725" y="1948925"/>
            <a:ext cx="19092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3"/>
          <p:cNvSpPr/>
          <p:nvPr/>
        </p:nvSpPr>
        <p:spPr>
          <a:xfrm>
            <a:off x="5840034" y="1948925"/>
            <a:ext cx="19092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3"/>
          <p:cNvSpPr/>
          <p:nvPr/>
        </p:nvSpPr>
        <p:spPr>
          <a:xfrm>
            <a:off x="1347350" y="1948925"/>
            <a:ext cx="19092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3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3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3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3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3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468" name="Google Shape;468;p33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469" name="Google Shape;469;p33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470" name="Google Shape;470;p33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471" name="Google Shape;471;p33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472" name="Google Shape;472;p33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473" name="Google Shape;473;p33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pic>
        <p:nvPicPr>
          <p:cNvPr id="474" name="Google Shape;474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40713" y="2287450"/>
            <a:ext cx="5661527" cy="2814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4"/>
          <p:cNvSpPr txBox="1"/>
          <p:nvPr>
            <p:ph idx="2" type="title"/>
          </p:nvPr>
        </p:nvSpPr>
        <p:spPr>
          <a:xfrm>
            <a:off x="3613875" y="964650"/>
            <a:ext cx="1915200" cy="6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Artefactos Scrum</a:t>
            </a:r>
            <a:endParaRPr/>
          </a:p>
        </p:txBody>
      </p:sp>
      <p:sp>
        <p:nvSpPr>
          <p:cNvPr id="480" name="Google Shape;480;p34"/>
          <p:cNvSpPr txBox="1"/>
          <p:nvPr>
            <p:ph idx="4" type="title"/>
          </p:nvPr>
        </p:nvSpPr>
        <p:spPr>
          <a:xfrm>
            <a:off x="5997775" y="964650"/>
            <a:ext cx="1915200" cy="6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Eventos Scrum</a:t>
            </a:r>
            <a:endParaRPr/>
          </a:p>
        </p:txBody>
      </p:sp>
      <p:sp>
        <p:nvSpPr>
          <p:cNvPr id="481" name="Google Shape;481;p34"/>
          <p:cNvSpPr txBox="1"/>
          <p:nvPr>
            <p:ph type="title"/>
          </p:nvPr>
        </p:nvSpPr>
        <p:spPr>
          <a:xfrm>
            <a:off x="1229975" y="964650"/>
            <a:ext cx="1915200" cy="65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Duración de los sprints</a:t>
            </a:r>
            <a:endParaRPr/>
          </a:p>
        </p:txBody>
      </p:sp>
      <p:sp>
        <p:nvSpPr>
          <p:cNvPr id="482" name="Google Shape;482;p34"/>
          <p:cNvSpPr txBox="1"/>
          <p:nvPr>
            <p:ph idx="1" type="subTitle"/>
          </p:nvPr>
        </p:nvSpPr>
        <p:spPr>
          <a:xfrm>
            <a:off x="1230000" y="1535125"/>
            <a:ext cx="19152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 sprint de 2 </a:t>
            </a:r>
            <a:r>
              <a:rPr lang="en"/>
              <a:t>semanas de duración</a:t>
            </a:r>
            <a:endParaRPr/>
          </a:p>
        </p:txBody>
      </p:sp>
      <p:sp>
        <p:nvSpPr>
          <p:cNvPr id="483" name="Google Shape;483;p34"/>
          <p:cNvSpPr txBox="1"/>
          <p:nvPr>
            <p:ph idx="1" type="subTitle"/>
          </p:nvPr>
        </p:nvSpPr>
        <p:spPr>
          <a:xfrm>
            <a:off x="3471675" y="1535125"/>
            <a:ext cx="21996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Backlog, backlog priorizado y sprint backlog</a:t>
            </a:r>
            <a:endParaRPr/>
          </a:p>
        </p:txBody>
      </p:sp>
      <p:sp>
        <p:nvSpPr>
          <p:cNvPr id="484" name="Google Shape;484;p34"/>
          <p:cNvSpPr txBox="1"/>
          <p:nvPr>
            <p:ph idx="1" type="subTitle"/>
          </p:nvPr>
        </p:nvSpPr>
        <p:spPr>
          <a:xfrm>
            <a:off x="5997775" y="1515875"/>
            <a:ext cx="1915200" cy="6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</a:t>
            </a:r>
            <a:r>
              <a:rPr lang="en"/>
              <a:t>planning</a:t>
            </a:r>
            <a:r>
              <a:rPr lang="en"/>
              <a:t>, daily </a:t>
            </a:r>
            <a:r>
              <a:rPr lang="en"/>
              <a:t>meeting</a:t>
            </a:r>
            <a:r>
              <a:rPr lang="en"/>
              <a:t>, sprint review</a:t>
            </a:r>
            <a:endParaRPr/>
          </a:p>
        </p:txBody>
      </p:sp>
      <p:pic>
        <p:nvPicPr>
          <p:cNvPr id="485" name="Google Shape;48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713" y="2287450"/>
            <a:ext cx="5661527" cy="2814177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34"/>
          <p:cNvSpPr/>
          <p:nvPr/>
        </p:nvSpPr>
        <p:spPr>
          <a:xfrm>
            <a:off x="5607450" y="0"/>
            <a:ext cx="892500" cy="548700"/>
          </a:xfrm>
          <a:prstGeom prst="rect">
            <a:avLst/>
          </a:prstGeom>
          <a:solidFill>
            <a:srgbClr val="F6D0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4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488" name="Google Shape;488;p34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489" name="Google Shape;489;p34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490" name="Google Shape;490;p34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491" name="Google Shape;491;p34">
            <a:hlinkClick action="ppaction://hlinksldjump" r:id="rId6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492" name="Google Shape;492;p34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493" name="Google Shape;493;p34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494" name="Google Shape;494;p34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4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4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4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5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5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5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5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5"/>
          <p:cNvSpPr/>
          <p:nvPr/>
        </p:nvSpPr>
        <p:spPr>
          <a:xfrm>
            <a:off x="5607450" y="0"/>
            <a:ext cx="892500" cy="548700"/>
          </a:xfrm>
          <a:prstGeom prst="rect">
            <a:avLst/>
          </a:prstGeom>
          <a:solidFill>
            <a:srgbClr val="F6D0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5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508" name="Google Shape;508;p35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509" name="Google Shape;509;p35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510" name="Google Shape;510;p35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511" name="Google Shape;511;p35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512" name="Google Shape;512;p35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513" name="Google Shape;513;p35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pic>
        <p:nvPicPr>
          <p:cNvPr id="514" name="Google Shape;514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7925" y="620750"/>
            <a:ext cx="5011251" cy="443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6"/>
          <p:cNvSpPr/>
          <p:nvPr/>
        </p:nvSpPr>
        <p:spPr>
          <a:xfrm>
            <a:off x="0" y="3949625"/>
            <a:ext cx="43734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6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6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6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6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6"/>
          <p:cNvSpPr/>
          <p:nvPr/>
        </p:nvSpPr>
        <p:spPr>
          <a:xfrm>
            <a:off x="6655113" y="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6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526" name="Google Shape;526;p36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527" name="Google Shape;527;p36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528" name="Google Shape;528;p36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529" name="Google Shape;529;p36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530" name="Google Shape;530;p36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531" name="Google Shape;531;p36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532" name="Google Shape;532;p36"/>
          <p:cNvSpPr txBox="1"/>
          <p:nvPr/>
        </p:nvSpPr>
        <p:spPr>
          <a:xfrm>
            <a:off x="548700" y="4016825"/>
            <a:ext cx="38247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latin typeface="Poppins"/>
                <a:ea typeface="Poppins"/>
                <a:cs typeface="Poppins"/>
                <a:sym typeface="Poppins"/>
              </a:rPr>
              <a:t>Evidencias</a:t>
            </a:r>
            <a:endParaRPr b="1" sz="3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3" name="Google Shape;533;p36"/>
          <p:cNvSpPr txBox="1"/>
          <p:nvPr>
            <p:ph idx="4294967295" type="subTitle"/>
          </p:nvPr>
        </p:nvSpPr>
        <p:spPr>
          <a:xfrm>
            <a:off x="676425" y="1158249"/>
            <a:ext cx="4170000" cy="19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Documento de requerimientos/Historias de usuario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Diagramas de casos de uso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Diagrama de clases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Diagramas de actividades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Modelos de base de datos</a:t>
            </a:r>
            <a:endParaRPr sz="1500"/>
          </a:p>
        </p:txBody>
      </p:sp>
      <p:sp>
        <p:nvSpPr>
          <p:cNvPr id="534" name="Google Shape;534;p36"/>
          <p:cNvSpPr txBox="1"/>
          <p:nvPr/>
        </p:nvSpPr>
        <p:spPr>
          <a:xfrm>
            <a:off x="4948500" y="1158247"/>
            <a:ext cx="35208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Mockups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Actas de reunión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Estados de avance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Resolución de conflictos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Documentación Stakeholders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Plan de proyecto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7"/>
          <p:cNvSpPr txBox="1"/>
          <p:nvPr>
            <p:ph type="title"/>
          </p:nvPr>
        </p:nvSpPr>
        <p:spPr>
          <a:xfrm>
            <a:off x="2936625" y="635201"/>
            <a:ext cx="3470100" cy="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Plan de trabajo</a:t>
            </a:r>
            <a:endParaRPr sz="3300"/>
          </a:p>
        </p:txBody>
      </p:sp>
      <p:sp>
        <p:nvSpPr>
          <p:cNvPr id="540" name="Google Shape;540;p37"/>
          <p:cNvSpPr/>
          <p:nvPr/>
        </p:nvSpPr>
        <p:spPr>
          <a:xfrm>
            <a:off x="7702825" y="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7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542" name="Google Shape;542;p37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543" name="Google Shape;543;p37">
            <a:hlinkClick action="ppaction://hlinksldjump" r:id="rId3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544" name="Google Shape;544;p37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545" name="Google Shape;545;p37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546" name="Google Shape;546;p37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547" name="Google Shape;547;p37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548" name="Google Shape;548;p37"/>
          <p:cNvSpPr/>
          <p:nvPr/>
        </p:nvSpPr>
        <p:spPr>
          <a:xfrm>
            <a:off x="1082006" y="2282291"/>
            <a:ext cx="19959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49" name="Google Shape;549;p37"/>
          <p:cNvSpPr txBox="1"/>
          <p:nvPr>
            <p:ph type="title"/>
          </p:nvPr>
        </p:nvSpPr>
        <p:spPr>
          <a:xfrm>
            <a:off x="1037839" y="1761668"/>
            <a:ext cx="2040000" cy="5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Realizar pruebas de certificación</a:t>
            </a:r>
            <a:endParaRPr b="0" sz="1500"/>
          </a:p>
        </p:txBody>
      </p:sp>
      <p:pic>
        <p:nvPicPr>
          <p:cNvPr id="550" name="Google Shape;550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6659" y="2586357"/>
            <a:ext cx="466672" cy="466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67857" y="2402221"/>
            <a:ext cx="579674" cy="550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16577" y="2517322"/>
            <a:ext cx="466671" cy="487203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7"/>
          <p:cNvSpPr/>
          <p:nvPr/>
        </p:nvSpPr>
        <p:spPr>
          <a:xfrm>
            <a:off x="3645161" y="2273256"/>
            <a:ext cx="19959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54" name="Google Shape;554;p37"/>
          <p:cNvSpPr txBox="1"/>
          <p:nvPr>
            <p:ph type="title"/>
          </p:nvPr>
        </p:nvSpPr>
        <p:spPr>
          <a:xfrm>
            <a:off x="3600976" y="1752643"/>
            <a:ext cx="2141400" cy="5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Gestionar proyectos informáticos</a:t>
            </a:r>
            <a:endParaRPr b="0" sz="1500"/>
          </a:p>
        </p:txBody>
      </p:sp>
      <p:pic>
        <p:nvPicPr>
          <p:cNvPr id="555" name="Google Shape;555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19469" y="2604917"/>
            <a:ext cx="892500" cy="3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7"/>
          <p:cNvPicPr preferRelativeResize="0"/>
          <p:nvPr/>
        </p:nvPicPr>
        <p:blipFill rotWithShape="1">
          <a:blip r:embed="rId10">
            <a:alphaModFix/>
          </a:blip>
          <a:srcRect b="26134" l="19377" r="16330" t="24311"/>
          <a:stretch/>
        </p:blipFill>
        <p:spPr>
          <a:xfrm>
            <a:off x="4841623" y="2483486"/>
            <a:ext cx="646550" cy="49832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7"/>
          <p:cNvSpPr/>
          <p:nvPr/>
        </p:nvSpPr>
        <p:spPr>
          <a:xfrm>
            <a:off x="6110269" y="2293424"/>
            <a:ext cx="19959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58" name="Google Shape;558;p37"/>
          <p:cNvSpPr txBox="1"/>
          <p:nvPr>
            <p:ph type="title"/>
          </p:nvPr>
        </p:nvSpPr>
        <p:spPr>
          <a:xfrm>
            <a:off x="6066090" y="1772793"/>
            <a:ext cx="2040000" cy="5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Construir modelos de datos</a:t>
            </a:r>
            <a:endParaRPr b="0" sz="1500"/>
          </a:p>
        </p:txBody>
      </p:sp>
      <p:sp>
        <p:nvSpPr>
          <p:cNvPr id="559" name="Google Shape;559;p37"/>
          <p:cNvSpPr/>
          <p:nvPr/>
        </p:nvSpPr>
        <p:spPr>
          <a:xfrm>
            <a:off x="2896190" y="3910225"/>
            <a:ext cx="34701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60" name="Google Shape;560;p37"/>
          <p:cNvSpPr txBox="1"/>
          <p:nvPr>
            <p:ph type="title"/>
          </p:nvPr>
        </p:nvSpPr>
        <p:spPr>
          <a:xfrm>
            <a:off x="2787075" y="3389600"/>
            <a:ext cx="3675900" cy="5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/>
              <a:t>Desarrollar una solución de software</a:t>
            </a:r>
            <a:endParaRPr b="0" sz="1500"/>
          </a:p>
        </p:txBody>
      </p:sp>
      <p:pic>
        <p:nvPicPr>
          <p:cNvPr id="561" name="Google Shape;561;p3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05422" y="2412618"/>
            <a:ext cx="1005612" cy="52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3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197277" y="4097860"/>
            <a:ext cx="468402" cy="468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3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795177" y="4086686"/>
            <a:ext cx="520500" cy="468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428239" y="4082899"/>
            <a:ext cx="1513357" cy="498350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7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7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7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7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8"/>
          <p:cNvSpPr/>
          <p:nvPr/>
        </p:nvSpPr>
        <p:spPr>
          <a:xfrm>
            <a:off x="7702825" y="0"/>
            <a:ext cx="8925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8"/>
          <p:cNvSpPr txBox="1"/>
          <p:nvPr>
            <p:ph type="title"/>
          </p:nvPr>
        </p:nvSpPr>
        <p:spPr>
          <a:xfrm>
            <a:off x="514375" y="751682"/>
            <a:ext cx="3846300" cy="7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Carta Gantt</a:t>
            </a:r>
            <a:endParaRPr/>
          </a:p>
        </p:txBody>
      </p:sp>
      <p:sp>
        <p:nvSpPr>
          <p:cNvPr id="575" name="Google Shape;575;p38"/>
          <p:cNvSpPr/>
          <p:nvPr/>
        </p:nvSpPr>
        <p:spPr>
          <a:xfrm>
            <a:off x="0" y="1369257"/>
            <a:ext cx="47106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6" name="Google Shape;57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488" y="1881175"/>
            <a:ext cx="5915025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8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578" name="Google Shape;578;p38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579" name="Google Shape;579;p38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580" name="Google Shape;580;p38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581" name="Google Shape;581;p38">
            <a:hlinkClick action="ppaction://hlinksldjump" r:id="rId6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582" name="Google Shape;582;p38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583" name="Google Shape;583;p38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  <p:sp>
        <p:nvSpPr>
          <p:cNvPr id="584" name="Google Shape;584;p38">
            <a:hlinkClick action="ppaction://hlinkshowjump?jump=nextslide"/>
          </p:cNvPr>
          <p:cNvSpPr/>
          <p:nvPr/>
        </p:nvSpPr>
        <p:spPr>
          <a:xfrm rot="10800000">
            <a:off x="8464300" y="44593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8"/>
          <p:cNvSpPr/>
          <p:nvPr/>
        </p:nvSpPr>
        <p:spPr>
          <a:xfrm rot="5400000">
            <a:off x="8555468" y="4534728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8">
            <a:hlinkClick action="ppaction://hlinkshowjump?jump=previousslide"/>
          </p:cNvPr>
          <p:cNvSpPr/>
          <p:nvPr/>
        </p:nvSpPr>
        <p:spPr>
          <a:xfrm>
            <a:off x="8464300" y="4132225"/>
            <a:ext cx="270900" cy="270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8"/>
          <p:cNvSpPr/>
          <p:nvPr/>
        </p:nvSpPr>
        <p:spPr>
          <a:xfrm rot="-5400000">
            <a:off x="8555532" y="4207722"/>
            <a:ext cx="88500" cy="120000"/>
          </a:xfrm>
          <a:prstGeom prst="chevron">
            <a:avLst>
              <a:gd fmla="val 200063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450" y="1500112"/>
            <a:ext cx="3174075" cy="2143276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593" name="Google Shape;593;p39"/>
          <p:cNvSpPr/>
          <p:nvPr/>
        </p:nvSpPr>
        <p:spPr>
          <a:xfrm>
            <a:off x="548700" y="-12650"/>
            <a:ext cx="1760400" cy="56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9"/>
          <p:cNvSpPr/>
          <p:nvPr/>
        </p:nvSpPr>
        <p:spPr>
          <a:xfrm>
            <a:off x="4111275" y="3994775"/>
            <a:ext cx="3661200" cy="455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9"/>
          <p:cNvSpPr txBox="1"/>
          <p:nvPr>
            <p:ph type="ctrTitle"/>
          </p:nvPr>
        </p:nvSpPr>
        <p:spPr>
          <a:xfrm>
            <a:off x="4160625" y="1500100"/>
            <a:ext cx="4434900" cy="214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"/>
              <a:t>Digitalización Taller Pepsico</a:t>
            </a:r>
            <a:endParaRPr/>
          </a:p>
        </p:txBody>
      </p:sp>
      <p:sp>
        <p:nvSpPr>
          <p:cNvPr id="596" name="Google Shape;596;p39"/>
          <p:cNvSpPr txBox="1"/>
          <p:nvPr>
            <p:ph idx="1" type="subTitle"/>
          </p:nvPr>
        </p:nvSpPr>
        <p:spPr>
          <a:xfrm>
            <a:off x="4111275" y="4062275"/>
            <a:ext cx="3661200" cy="32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J. Luces, N. Agurto, M. Espinoza.</a:t>
            </a:r>
            <a:endParaRPr/>
          </a:p>
        </p:txBody>
      </p:sp>
      <p:sp>
        <p:nvSpPr>
          <p:cNvPr id="597" name="Google Shape;597;p39"/>
          <p:cNvSpPr/>
          <p:nvPr/>
        </p:nvSpPr>
        <p:spPr>
          <a:xfrm>
            <a:off x="12115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9"/>
          <p:cNvSpPr/>
          <p:nvPr/>
        </p:nvSpPr>
        <p:spPr>
          <a:xfrm>
            <a:off x="7612350" y="-697125"/>
            <a:ext cx="320100" cy="320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9"/>
          <p:cNvSpPr/>
          <p:nvPr/>
        </p:nvSpPr>
        <p:spPr>
          <a:xfrm>
            <a:off x="4160625" y="3664433"/>
            <a:ext cx="4983300" cy="6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9"/>
          <p:cNvSpPr/>
          <p:nvPr/>
        </p:nvSpPr>
        <p:spPr>
          <a:xfrm>
            <a:off x="3512050" y="-12650"/>
            <a:ext cx="892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9">
            <a:hlinkClick action="ppaction://hlinkshowjump?jump=firstslide"/>
          </p:cNvPr>
          <p:cNvSpPr txBox="1"/>
          <p:nvPr>
            <p:ph idx="4294967295" type="subTitle"/>
          </p:nvPr>
        </p:nvSpPr>
        <p:spPr>
          <a:xfrm>
            <a:off x="548700" y="210625"/>
            <a:ext cx="1806600" cy="19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Grupo 02 - Capstone</a:t>
            </a:r>
            <a:endParaRPr b="1" sz="1200"/>
          </a:p>
        </p:txBody>
      </p:sp>
      <p:sp>
        <p:nvSpPr>
          <p:cNvPr id="602" name="Google Shape;602;p39">
            <a:hlinkClick/>
          </p:cNvPr>
          <p:cNvSpPr txBox="1"/>
          <p:nvPr>
            <p:ph idx="4294967295" type="subTitle"/>
          </p:nvPr>
        </p:nvSpPr>
        <p:spPr>
          <a:xfrm>
            <a:off x="5607436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4</a:t>
            </a:r>
            <a:endParaRPr b="1" sz="1200"/>
          </a:p>
        </p:txBody>
      </p:sp>
      <p:sp>
        <p:nvSpPr>
          <p:cNvPr id="603" name="Google Shape;603;p39">
            <a:hlinkClick action="ppaction://hlinksldjump" r:id="rId4"/>
          </p:cNvPr>
          <p:cNvSpPr txBox="1"/>
          <p:nvPr>
            <p:ph idx="4294967295" type="subTitle"/>
          </p:nvPr>
        </p:nvSpPr>
        <p:spPr>
          <a:xfrm>
            <a:off x="4559749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3</a:t>
            </a:r>
            <a:endParaRPr b="1" sz="1200"/>
          </a:p>
        </p:txBody>
      </p:sp>
      <p:sp>
        <p:nvSpPr>
          <p:cNvPr id="604" name="Google Shape;604;p39">
            <a:hlinkClick action="ppaction://hlinksldjump" r:id="rId5"/>
          </p:cNvPr>
          <p:cNvSpPr txBox="1"/>
          <p:nvPr>
            <p:ph idx="4294967295" type="subTitle"/>
          </p:nvPr>
        </p:nvSpPr>
        <p:spPr>
          <a:xfrm>
            <a:off x="3512062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2</a:t>
            </a:r>
            <a:endParaRPr b="1" sz="1200"/>
          </a:p>
        </p:txBody>
      </p:sp>
      <p:sp>
        <p:nvSpPr>
          <p:cNvPr id="605" name="Google Shape;605;p39">
            <a:hlinkClick action="ppaction://hlinksldjump" r:id="rId6"/>
          </p:cNvPr>
          <p:cNvSpPr txBox="1"/>
          <p:nvPr>
            <p:ph idx="4294967295" type="subTitle"/>
          </p:nvPr>
        </p:nvSpPr>
        <p:spPr>
          <a:xfrm>
            <a:off x="2464375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1</a:t>
            </a:r>
            <a:endParaRPr b="1" sz="1200"/>
          </a:p>
        </p:txBody>
      </p:sp>
      <p:sp>
        <p:nvSpPr>
          <p:cNvPr id="606" name="Google Shape;606;p39">
            <a:hlinkClick/>
          </p:cNvPr>
          <p:cNvSpPr txBox="1"/>
          <p:nvPr>
            <p:ph idx="4294967295" type="subTitle"/>
          </p:nvPr>
        </p:nvSpPr>
        <p:spPr>
          <a:xfrm>
            <a:off x="7702811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6</a:t>
            </a:r>
            <a:endParaRPr b="1" sz="1200"/>
          </a:p>
        </p:txBody>
      </p:sp>
      <p:sp>
        <p:nvSpPr>
          <p:cNvPr id="607" name="Google Shape;607;p39">
            <a:hlinkClick/>
          </p:cNvPr>
          <p:cNvSpPr txBox="1"/>
          <p:nvPr>
            <p:ph idx="4294967295" type="subTitle"/>
          </p:nvPr>
        </p:nvSpPr>
        <p:spPr>
          <a:xfrm>
            <a:off x="6655124" y="210625"/>
            <a:ext cx="892500" cy="1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5</a:t>
            </a:r>
            <a:endParaRPr b="1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eople &amp; Diversity Website Design by Slidesgo">
  <a:themeElements>
    <a:clrScheme name="Simple Light">
      <a:dk1>
        <a:srgbClr val="000000"/>
      </a:dk1>
      <a:lt1>
        <a:srgbClr val="FFFFFF"/>
      </a:lt1>
      <a:dk2>
        <a:srgbClr val="EFEFEF"/>
      </a:dk2>
      <a:lt2>
        <a:srgbClr val="FFCE1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